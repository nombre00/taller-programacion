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6858000" cx="12192000"/>
  <p:notesSz cx="6858000" cy="9144000"/>
  <p:embeddedFontLst>
    <p:embeddedFont>
      <p:font typeface="Play"/>
      <p:regular r:id="rId23"/>
      <p:bold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5" roundtripDataSignature="AMtx7mgXFOLPsuTsMI0pfeLnb0airtRdY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3C27986-58F8-4543-9804-BDDE433D57B7}">
  <a:tblStyle styleId="{B3C27986-58F8-4543-9804-BDDE433D57B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12700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Play-bold.fntdata"/><Relationship Id="rId23" Type="http://schemas.openxmlformats.org/officeDocument/2006/relationships/font" Target="fonts/Play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69d9e60a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g3969d9e60a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969d9e60a4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g3969d9e60a4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3177356f0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g3d3177356f0_0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d3177356f0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g3d3177356f0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969d9e60a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g3969d9e60a4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969d9e60a4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g3969d9e60a4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 principal">
  <p:cSld name="PORTADA principal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859053" y="1796807"/>
            <a:ext cx="70965" cy="3264387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13"/>
          <p:cNvSpPr/>
          <p:nvPr/>
        </p:nvSpPr>
        <p:spPr>
          <a:xfrm>
            <a:off x="5944993" y="616688"/>
            <a:ext cx="5674686" cy="5667154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3"/>
          <p:cNvSpPr/>
          <p:nvPr/>
        </p:nvSpPr>
        <p:spPr>
          <a:xfrm>
            <a:off x="6398549" y="2788646"/>
            <a:ext cx="294796" cy="29479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51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" name="Google Shape;15;p13"/>
          <p:cNvCxnSpPr/>
          <p:nvPr/>
        </p:nvCxnSpPr>
        <p:spPr>
          <a:xfrm>
            <a:off x="6996223" y="4106486"/>
            <a:ext cx="41148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6" name="Google Shape;16;p13"/>
          <p:cNvSpPr txBox="1"/>
          <p:nvPr>
            <p:ph type="title"/>
          </p:nvPr>
        </p:nvSpPr>
        <p:spPr>
          <a:xfrm>
            <a:off x="6915809" y="2601411"/>
            <a:ext cx="4377817" cy="13060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" type="subTitle"/>
          </p:nvPr>
        </p:nvSpPr>
        <p:spPr>
          <a:xfrm>
            <a:off x="6937285" y="4305507"/>
            <a:ext cx="4356341" cy="6142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8" name="Google Shape;18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8812" y="1206961"/>
            <a:ext cx="3375906" cy="5423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1">
  <p:cSld name="INTERIOR 1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4"/>
          <p:cNvSpPr txBox="1"/>
          <p:nvPr>
            <p:ph idx="1" type="body"/>
          </p:nvPr>
        </p:nvSpPr>
        <p:spPr>
          <a:xfrm>
            <a:off x="654685" y="551041"/>
            <a:ext cx="4916775" cy="469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b="1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" name="Google Shape;21;p14"/>
          <p:cNvSpPr txBox="1"/>
          <p:nvPr>
            <p:ph idx="2" type="body"/>
          </p:nvPr>
        </p:nvSpPr>
        <p:spPr>
          <a:xfrm>
            <a:off x="640715" y="1137571"/>
            <a:ext cx="4930746" cy="55300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" name="Google Shape;22;p14"/>
          <p:cNvSpPr/>
          <p:nvPr/>
        </p:nvSpPr>
        <p:spPr>
          <a:xfrm>
            <a:off x="0" y="0"/>
            <a:ext cx="552893" cy="552893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" name="Google Shape;23;p14"/>
          <p:cNvGrpSpPr/>
          <p:nvPr/>
        </p:nvGrpSpPr>
        <p:grpSpPr>
          <a:xfrm>
            <a:off x="10559057" y="6273209"/>
            <a:ext cx="1405046" cy="320981"/>
            <a:chOff x="8941676" y="5879067"/>
            <a:chExt cx="2618358" cy="598161"/>
          </a:xfrm>
        </p:grpSpPr>
        <p:sp>
          <p:nvSpPr>
            <p:cNvPr id="24" name="Google Shape;24;p14"/>
            <p:cNvSpPr/>
            <p:nvPr/>
          </p:nvSpPr>
          <p:spPr>
            <a:xfrm>
              <a:off x="8941676" y="5949980"/>
              <a:ext cx="1618615" cy="525145"/>
            </a:xfrm>
            <a:custGeom>
              <a:rect b="b" l="l" r="r" t="t"/>
              <a:pathLst>
                <a:path extrusionOk="0" h="525145" w="1618615">
                  <a:moveTo>
                    <a:pt x="453097" y="247865"/>
                  </a:moveTo>
                  <a:lnTo>
                    <a:pt x="449186" y="196367"/>
                  </a:lnTo>
                  <a:lnTo>
                    <a:pt x="437921" y="151307"/>
                  </a:lnTo>
                  <a:lnTo>
                    <a:pt x="419925" y="112522"/>
                  </a:lnTo>
                  <a:lnTo>
                    <a:pt x="395884" y="79870"/>
                  </a:lnTo>
                  <a:lnTo>
                    <a:pt x="366445" y="53213"/>
                  </a:lnTo>
                  <a:lnTo>
                    <a:pt x="330708" y="31546"/>
                  </a:lnTo>
                  <a:lnTo>
                    <a:pt x="330708" y="251650"/>
                  </a:lnTo>
                  <a:lnTo>
                    <a:pt x="325094" y="307492"/>
                  </a:lnTo>
                  <a:lnTo>
                    <a:pt x="308851" y="352729"/>
                  </a:lnTo>
                  <a:lnTo>
                    <a:pt x="282892" y="387540"/>
                  </a:lnTo>
                  <a:lnTo>
                    <a:pt x="248132" y="412089"/>
                  </a:lnTo>
                  <a:lnTo>
                    <a:pt x="205486" y="426542"/>
                  </a:lnTo>
                  <a:lnTo>
                    <a:pt x="155841" y="431076"/>
                  </a:lnTo>
                  <a:lnTo>
                    <a:pt x="145161" y="431038"/>
                  </a:lnTo>
                  <a:lnTo>
                    <a:pt x="134264" y="430784"/>
                  </a:lnTo>
                  <a:lnTo>
                    <a:pt x="124079" y="430098"/>
                  </a:lnTo>
                  <a:lnTo>
                    <a:pt x="115519" y="428764"/>
                  </a:lnTo>
                  <a:lnTo>
                    <a:pt x="115519" y="93497"/>
                  </a:lnTo>
                  <a:lnTo>
                    <a:pt x="124383" y="91821"/>
                  </a:lnTo>
                  <a:lnTo>
                    <a:pt x="136080" y="90347"/>
                  </a:lnTo>
                  <a:lnTo>
                    <a:pt x="150622" y="89319"/>
                  </a:lnTo>
                  <a:lnTo>
                    <a:pt x="168008" y="88925"/>
                  </a:lnTo>
                  <a:lnTo>
                    <a:pt x="214909" y="93319"/>
                  </a:lnTo>
                  <a:lnTo>
                    <a:pt x="254800" y="106616"/>
                  </a:lnTo>
                  <a:lnTo>
                    <a:pt x="286994" y="128943"/>
                  </a:lnTo>
                  <a:lnTo>
                    <a:pt x="310832" y="160464"/>
                  </a:lnTo>
                  <a:lnTo>
                    <a:pt x="325628" y="201320"/>
                  </a:lnTo>
                  <a:lnTo>
                    <a:pt x="330708" y="251650"/>
                  </a:lnTo>
                  <a:lnTo>
                    <a:pt x="330708" y="31546"/>
                  </a:lnTo>
                  <a:lnTo>
                    <a:pt x="326796" y="29171"/>
                  </a:lnTo>
                  <a:lnTo>
                    <a:pt x="279666" y="12636"/>
                  </a:lnTo>
                  <a:lnTo>
                    <a:pt x="223278" y="3073"/>
                  </a:lnTo>
                  <a:lnTo>
                    <a:pt x="155841" y="0"/>
                  </a:lnTo>
                  <a:lnTo>
                    <a:pt x="113093" y="711"/>
                  </a:lnTo>
                  <a:lnTo>
                    <a:pt x="72212" y="2857"/>
                  </a:lnTo>
                  <a:lnTo>
                    <a:pt x="34175" y="6413"/>
                  </a:lnTo>
                  <a:lnTo>
                    <a:pt x="0" y="11417"/>
                  </a:lnTo>
                  <a:lnTo>
                    <a:pt x="0" y="513930"/>
                  </a:lnTo>
                  <a:lnTo>
                    <a:pt x="23964" y="516724"/>
                  </a:lnTo>
                  <a:lnTo>
                    <a:pt x="53784" y="519150"/>
                  </a:lnTo>
                  <a:lnTo>
                    <a:pt x="89585" y="520877"/>
                  </a:lnTo>
                  <a:lnTo>
                    <a:pt x="131495" y="521525"/>
                  </a:lnTo>
                  <a:lnTo>
                    <a:pt x="189534" y="518960"/>
                  </a:lnTo>
                  <a:lnTo>
                    <a:pt x="242811" y="511162"/>
                  </a:lnTo>
                  <a:lnTo>
                    <a:pt x="290804" y="498043"/>
                  </a:lnTo>
                  <a:lnTo>
                    <a:pt x="332955" y="479501"/>
                  </a:lnTo>
                  <a:lnTo>
                    <a:pt x="368719" y="455409"/>
                  </a:lnTo>
                  <a:lnTo>
                    <a:pt x="396163" y="427177"/>
                  </a:lnTo>
                  <a:lnTo>
                    <a:pt x="419430" y="392518"/>
                  </a:lnTo>
                  <a:lnTo>
                    <a:pt x="437400" y="351231"/>
                  </a:lnTo>
                  <a:lnTo>
                    <a:pt x="448983" y="303085"/>
                  </a:lnTo>
                  <a:lnTo>
                    <a:pt x="453097" y="247865"/>
                  </a:lnTo>
                  <a:close/>
                </a:path>
                <a:path extrusionOk="0" h="525145" w="1618615">
                  <a:moveTo>
                    <a:pt x="849947" y="516191"/>
                  </a:moveTo>
                  <a:lnTo>
                    <a:pt x="848817" y="491236"/>
                  </a:lnTo>
                  <a:lnTo>
                    <a:pt x="847839" y="463080"/>
                  </a:lnTo>
                  <a:lnTo>
                    <a:pt x="847140" y="431634"/>
                  </a:lnTo>
                  <a:lnTo>
                    <a:pt x="846874" y="396836"/>
                  </a:lnTo>
                  <a:lnTo>
                    <a:pt x="846874" y="144449"/>
                  </a:lnTo>
                  <a:lnTo>
                    <a:pt x="731316" y="144449"/>
                  </a:lnTo>
                  <a:lnTo>
                    <a:pt x="731316" y="365671"/>
                  </a:lnTo>
                  <a:lnTo>
                    <a:pt x="731037" y="372808"/>
                  </a:lnTo>
                  <a:lnTo>
                    <a:pt x="707301" y="417766"/>
                  </a:lnTo>
                  <a:lnTo>
                    <a:pt x="668985" y="431076"/>
                  </a:lnTo>
                  <a:lnTo>
                    <a:pt x="642531" y="425119"/>
                  </a:lnTo>
                  <a:lnTo>
                    <a:pt x="624332" y="407974"/>
                  </a:lnTo>
                  <a:lnTo>
                    <a:pt x="613841" y="380707"/>
                  </a:lnTo>
                  <a:lnTo>
                    <a:pt x="610463" y="344398"/>
                  </a:lnTo>
                  <a:lnTo>
                    <a:pt x="610463" y="144449"/>
                  </a:lnTo>
                  <a:lnTo>
                    <a:pt x="494906" y="144449"/>
                  </a:lnTo>
                  <a:lnTo>
                    <a:pt x="494906" y="362623"/>
                  </a:lnTo>
                  <a:lnTo>
                    <a:pt x="501205" y="423557"/>
                  </a:lnTo>
                  <a:lnTo>
                    <a:pt x="519036" y="469226"/>
                  </a:lnTo>
                  <a:lnTo>
                    <a:pt x="546785" y="500634"/>
                  </a:lnTo>
                  <a:lnTo>
                    <a:pt x="582866" y="518756"/>
                  </a:lnTo>
                  <a:lnTo>
                    <a:pt x="625652" y="524573"/>
                  </a:lnTo>
                  <a:lnTo>
                    <a:pt x="670026" y="518274"/>
                  </a:lnTo>
                  <a:lnTo>
                    <a:pt x="703491" y="502716"/>
                  </a:lnTo>
                  <a:lnTo>
                    <a:pt x="727113" y="482879"/>
                  </a:lnTo>
                  <a:lnTo>
                    <a:pt x="741972" y="463753"/>
                  </a:lnTo>
                  <a:lnTo>
                    <a:pt x="744245" y="463753"/>
                  </a:lnTo>
                  <a:lnTo>
                    <a:pt x="749592" y="516191"/>
                  </a:lnTo>
                  <a:lnTo>
                    <a:pt x="849947" y="516191"/>
                  </a:lnTo>
                  <a:close/>
                </a:path>
                <a:path extrusionOk="0" h="525145" w="1618615">
                  <a:moveTo>
                    <a:pt x="1277759" y="326885"/>
                  </a:moveTo>
                  <a:lnTo>
                    <a:pt x="1273225" y="280898"/>
                  </a:lnTo>
                  <a:lnTo>
                    <a:pt x="1260055" y="239864"/>
                  </a:lnTo>
                  <a:lnTo>
                    <a:pt x="1247533" y="218948"/>
                  </a:lnTo>
                  <a:lnTo>
                    <a:pt x="1238923" y="204558"/>
                  </a:lnTo>
                  <a:lnTo>
                    <a:pt x="1210513" y="175742"/>
                  </a:lnTo>
                  <a:lnTo>
                    <a:pt x="1175537" y="154216"/>
                  </a:lnTo>
                  <a:lnTo>
                    <a:pt x="1157643" y="148323"/>
                  </a:lnTo>
                  <a:lnTo>
                    <a:pt x="1157643" y="329958"/>
                  </a:lnTo>
                  <a:lnTo>
                    <a:pt x="1152537" y="375627"/>
                  </a:lnTo>
                  <a:lnTo>
                    <a:pt x="1137881" y="410908"/>
                  </a:lnTo>
                  <a:lnTo>
                    <a:pt x="1114679" y="433641"/>
                  </a:lnTo>
                  <a:lnTo>
                    <a:pt x="1083906" y="441693"/>
                  </a:lnTo>
                  <a:lnTo>
                    <a:pt x="1083157" y="441693"/>
                  </a:lnTo>
                  <a:lnTo>
                    <a:pt x="1050861" y="433222"/>
                  </a:lnTo>
                  <a:lnTo>
                    <a:pt x="1027264" y="409867"/>
                  </a:lnTo>
                  <a:lnTo>
                    <a:pt x="1012799" y="374675"/>
                  </a:lnTo>
                  <a:lnTo>
                    <a:pt x="1007884" y="330708"/>
                  </a:lnTo>
                  <a:lnTo>
                    <a:pt x="1012063" y="289839"/>
                  </a:lnTo>
                  <a:lnTo>
                    <a:pt x="1025372" y="254025"/>
                  </a:lnTo>
                  <a:lnTo>
                    <a:pt x="1048931" y="228612"/>
                  </a:lnTo>
                  <a:lnTo>
                    <a:pt x="1083906" y="218948"/>
                  </a:lnTo>
                  <a:lnTo>
                    <a:pt x="1117574" y="228612"/>
                  </a:lnTo>
                  <a:lnTo>
                    <a:pt x="1140447" y="253936"/>
                  </a:lnTo>
                  <a:lnTo>
                    <a:pt x="1153502" y="289521"/>
                  </a:lnTo>
                  <a:lnTo>
                    <a:pt x="1157643" y="329958"/>
                  </a:lnTo>
                  <a:lnTo>
                    <a:pt x="1157643" y="148323"/>
                  </a:lnTo>
                  <a:lnTo>
                    <a:pt x="1134618" y="140728"/>
                  </a:lnTo>
                  <a:lnTo>
                    <a:pt x="1088466" y="136067"/>
                  </a:lnTo>
                  <a:lnTo>
                    <a:pt x="1039609" y="140665"/>
                  </a:lnTo>
                  <a:lnTo>
                    <a:pt x="996442" y="154089"/>
                  </a:lnTo>
                  <a:lnTo>
                    <a:pt x="959637" y="175755"/>
                  </a:lnTo>
                  <a:lnTo>
                    <a:pt x="929855" y="205041"/>
                  </a:lnTo>
                  <a:lnTo>
                    <a:pt x="907770" y="241401"/>
                  </a:lnTo>
                  <a:lnTo>
                    <a:pt x="894016" y="284226"/>
                  </a:lnTo>
                  <a:lnTo>
                    <a:pt x="889292" y="332955"/>
                  </a:lnTo>
                  <a:lnTo>
                    <a:pt x="894245" y="381393"/>
                  </a:lnTo>
                  <a:lnTo>
                    <a:pt x="908405" y="423481"/>
                  </a:lnTo>
                  <a:lnTo>
                    <a:pt x="930757" y="458812"/>
                  </a:lnTo>
                  <a:lnTo>
                    <a:pt x="960272" y="486994"/>
                  </a:lnTo>
                  <a:lnTo>
                    <a:pt x="995946" y="507606"/>
                  </a:lnTo>
                  <a:lnTo>
                    <a:pt x="1036726" y="520268"/>
                  </a:lnTo>
                  <a:lnTo>
                    <a:pt x="1081608" y="524573"/>
                  </a:lnTo>
                  <a:lnTo>
                    <a:pt x="1082382" y="524573"/>
                  </a:lnTo>
                  <a:lnTo>
                    <a:pt x="1124318" y="520725"/>
                  </a:lnTo>
                  <a:lnTo>
                    <a:pt x="1164336" y="509054"/>
                  </a:lnTo>
                  <a:lnTo>
                    <a:pt x="1200772" y="489381"/>
                  </a:lnTo>
                  <a:lnTo>
                    <a:pt x="1231976" y="461518"/>
                  </a:lnTo>
                  <a:lnTo>
                    <a:pt x="1245285" y="441693"/>
                  </a:lnTo>
                  <a:lnTo>
                    <a:pt x="1256322" y="425259"/>
                  </a:lnTo>
                  <a:lnTo>
                    <a:pt x="1272120" y="380453"/>
                  </a:lnTo>
                  <a:lnTo>
                    <a:pt x="1277759" y="326885"/>
                  </a:lnTo>
                  <a:close/>
                </a:path>
                <a:path extrusionOk="0" h="525145" w="1618615">
                  <a:moveTo>
                    <a:pt x="1618411" y="150533"/>
                  </a:moveTo>
                  <a:lnTo>
                    <a:pt x="1598650" y="144424"/>
                  </a:lnTo>
                  <a:lnTo>
                    <a:pt x="1576603" y="139865"/>
                  </a:lnTo>
                  <a:lnTo>
                    <a:pt x="1553413" y="137033"/>
                  </a:lnTo>
                  <a:lnTo>
                    <a:pt x="1530223" y="136055"/>
                  </a:lnTo>
                  <a:lnTo>
                    <a:pt x="1474876" y="141300"/>
                  </a:lnTo>
                  <a:lnTo>
                    <a:pt x="1427530" y="156235"/>
                  </a:lnTo>
                  <a:lnTo>
                    <a:pt x="1388376" y="179628"/>
                  </a:lnTo>
                  <a:lnTo>
                    <a:pt x="1357591" y="210299"/>
                  </a:lnTo>
                  <a:lnTo>
                    <a:pt x="1335366" y="247015"/>
                  </a:lnTo>
                  <a:lnTo>
                    <a:pt x="1321904" y="288569"/>
                  </a:lnTo>
                  <a:lnTo>
                    <a:pt x="1317371" y="333743"/>
                  </a:lnTo>
                  <a:lnTo>
                    <a:pt x="1321968" y="381190"/>
                  </a:lnTo>
                  <a:lnTo>
                    <a:pt x="1335392" y="422783"/>
                  </a:lnTo>
                  <a:lnTo>
                    <a:pt x="1357045" y="458012"/>
                  </a:lnTo>
                  <a:lnTo>
                    <a:pt x="1386344" y="486346"/>
                  </a:lnTo>
                  <a:lnTo>
                    <a:pt x="1422704" y="507225"/>
                  </a:lnTo>
                  <a:lnTo>
                    <a:pt x="1465541" y="520153"/>
                  </a:lnTo>
                  <a:lnTo>
                    <a:pt x="1514259" y="524573"/>
                  </a:lnTo>
                  <a:lnTo>
                    <a:pt x="1546148" y="523240"/>
                  </a:lnTo>
                  <a:lnTo>
                    <a:pt x="1599057" y="514007"/>
                  </a:lnTo>
                  <a:lnTo>
                    <a:pt x="1603971" y="421932"/>
                  </a:lnTo>
                  <a:lnTo>
                    <a:pt x="1590116" y="427050"/>
                  </a:lnTo>
                  <a:lnTo>
                    <a:pt x="1574609" y="430872"/>
                  </a:lnTo>
                  <a:lnTo>
                    <a:pt x="1557248" y="433273"/>
                  </a:lnTo>
                  <a:lnTo>
                    <a:pt x="1537817" y="434098"/>
                  </a:lnTo>
                  <a:lnTo>
                    <a:pt x="1498168" y="427329"/>
                  </a:lnTo>
                  <a:lnTo>
                    <a:pt x="1465795" y="407301"/>
                  </a:lnTo>
                  <a:lnTo>
                    <a:pt x="1443951" y="374446"/>
                  </a:lnTo>
                  <a:lnTo>
                    <a:pt x="1435938" y="329196"/>
                  </a:lnTo>
                  <a:lnTo>
                    <a:pt x="1442631" y="287261"/>
                  </a:lnTo>
                  <a:lnTo>
                    <a:pt x="1462659" y="254304"/>
                  </a:lnTo>
                  <a:lnTo>
                    <a:pt x="1494218" y="232752"/>
                  </a:lnTo>
                  <a:lnTo>
                    <a:pt x="1535557" y="225031"/>
                  </a:lnTo>
                  <a:lnTo>
                    <a:pt x="1556562" y="225958"/>
                  </a:lnTo>
                  <a:lnTo>
                    <a:pt x="1574152" y="228447"/>
                  </a:lnTo>
                  <a:lnTo>
                    <a:pt x="1588592" y="232092"/>
                  </a:lnTo>
                  <a:lnTo>
                    <a:pt x="1600174" y="236435"/>
                  </a:lnTo>
                  <a:lnTo>
                    <a:pt x="1618411" y="15053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" name="Google Shape;25;p14"/>
            <p:cNvSpPr/>
            <p:nvPr/>
          </p:nvSpPr>
          <p:spPr>
            <a:xfrm>
              <a:off x="10672317" y="5994129"/>
              <a:ext cx="388620" cy="482600"/>
            </a:xfrm>
            <a:custGeom>
              <a:rect b="b" l="l" r="r" t="t"/>
              <a:pathLst>
                <a:path extrusionOk="0" h="482600" w="388619">
                  <a:moveTo>
                    <a:pt x="388176" y="0"/>
                  </a:moveTo>
                  <a:lnTo>
                    <a:pt x="281090" y="0"/>
                  </a:lnTo>
                  <a:lnTo>
                    <a:pt x="281090" y="273331"/>
                  </a:lnTo>
                  <a:lnTo>
                    <a:pt x="275370" y="327965"/>
                  </a:lnTo>
                  <a:lnTo>
                    <a:pt x="258558" y="366414"/>
                  </a:lnTo>
                  <a:lnTo>
                    <a:pt x="231178" y="389143"/>
                  </a:lnTo>
                  <a:lnTo>
                    <a:pt x="193753" y="396616"/>
                  </a:lnTo>
                  <a:lnTo>
                    <a:pt x="157139" y="388845"/>
                  </a:lnTo>
                  <a:lnTo>
                    <a:pt x="130175" y="365621"/>
                  </a:lnTo>
                  <a:lnTo>
                    <a:pt x="113516" y="327072"/>
                  </a:lnTo>
                  <a:lnTo>
                    <a:pt x="107818" y="273331"/>
                  </a:lnTo>
                  <a:lnTo>
                    <a:pt x="107818" y="0"/>
                  </a:lnTo>
                  <a:lnTo>
                    <a:pt x="0" y="0"/>
                  </a:lnTo>
                  <a:lnTo>
                    <a:pt x="0" y="264892"/>
                  </a:lnTo>
                  <a:lnTo>
                    <a:pt x="4253" y="324651"/>
                  </a:lnTo>
                  <a:lnTo>
                    <a:pt x="16765" y="374300"/>
                  </a:lnTo>
                  <a:lnTo>
                    <a:pt x="37165" y="414172"/>
                  </a:lnTo>
                  <a:lnTo>
                    <a:pt x="65082" y="444602"/>
                  </a:lnTo>
                  <a:lnTo>
                    <a:pt x="100145" y="465925"/>
                  </a:lnTo>
                  <a:lnTo>
                    <a:pt x="141983" y="478473"/>
                  </a:lnTo>
                  <a:lnTo>
                    <a:pt x="190224" y="482582"/>
                  </a:lnTo>
                  <a:lnTo>
                    <a:pt x="240229" y="478290"/>
                  </a:lnTo>
                  <a:lnTo>
                    <a:pt x="283689" y="465335"/>
                  </a:lnTo>
                  <a:lnTo>
                    <a:pt x="320188" y="443592"/>
                  </a:lnTo>
                  <a:lnTo>
                    <a:pt x="349304" y="412939"/>
                  </a:lnTo>
                  <a:lnTo>
                    <a:pt x="370620" y="373254"/>
                  </a:lnTo>
                  <a:lnTo>
                    <a:pt x="383717" y="324414"/>
                  </a:lnTo>
                  <a:lnTo>
                    <a:pt x="388176" y="266295"/>
                  </a:lnTo>
                  <a:lnTo>
                    <a:pt x="38817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6" name="Google Shape;26;p14"/>
            <p:cNvGrpSpPr/>
            <p:nvPr/>
          </p:nvGrpSpPr>
          <p:grpSpPr>
            <a:xfrm>
              <a:off x="11114331" y="5879067"/>
              <a:ext cx="445703" cy="598161"/>
              <a:chOff x="18406074" y="10234089"/>
              <a:chExt cx="445703" cy="598161"/>
            </a:xfrm>
          </p:grpSpPr>
          <p:sp>
            <p:nvSpPr>
              <p:cNvPr id="27" name="Google Shape;27;p14"/>
              <p:cNvSpPr/>
              <p:nvPr/>
            </p:nvSpPr>
            <p:spPr>
              <a:xfrm>
                <a:off x="18406074" y="10341395"/>
                <a:ext cx="376555" cy="490855"/>
              </a:xfrm>
              <a:custGeom>
                <a:rect b="b" l="l" r="r" t="t"/>
                <a:pathLst>
                  <a:path extrusionOk="0" h="490854" w="376555">
                    <a:moveTo>
                      <a:pt x="259248" y="0"/>
                    </a:moveTo>
                    <a:lnTo>
                      <a:pt x="212510" y="3315"/>
                    </a:lnTo>
                    <a:lnTo>
                      <a:pt x="168577" y="13160"/>
                    </a:lnTo>
                    <a:lnTo>
                      <a:pt x="128168" y="29385"/>
                    </a:lnTo>
                    <a:lnTo>
                      <a:pt x="92002" y="51838"/>
                    </a:lnTo>
                    <a:lnTo>
                      <a:pt x="60799" y="80367"/>
                    </a:lnTo>
                    <a:lnTo>
                      <a:pt x="35278" y="114822"/>
                    </a:lnTo>
                    <a:lnTo>
                      <a:pt x="16158" y="155053"/>
                    </a:lnTo>
                    <a:lnTo>
                      <a:pt x="4159" y="200906"/>
                    </a:lnTo>
                    <a:lnTo>
                      <a:pt x="0" y="252233"/>
                    </a:lnTo>
                    <a:lnTo>
                      <a:pt x="3124" y="296015"/>
                    </a:lnTo>
                    <a:lnTo>
                      <a:pt x="12470" y="336820"/>
                    </a:lnTo>
                    <a:lnTo>
                      <a:pt x="27997" y="374067"/>
                    </a:lnTo>
                    <a:lnTo>
                      <a:pt x="49665" y="407177"/>
                    </a:lnTo>
                    <a:lnTo>
                      <a:pt x="77432" y="435568"/>
                    </a:lnTo>
                    <a:lnTo>
                      <a:pt x="111258" y="458660"/>
                    </a:lnTo>
                    <a:lnTo>
                      <a:pt x="151102" y="475874"/>
                    </a:lnTo>
                    <a:lnTo>
                      <a:pt x="196924" y="486627"/>
                    </a:lnTo>
                    <a:lnTo>
                      <a:pt x="248683" y="490341"/>
                    </a:lnTo>
                    <a:lnTo>
                      <a:pt x="289323" y="488424"/>
                    </a:lnTo>
                    <a:lnTo>
                      <a:pt x="323888" y="483469"/>
                    </a:lnTo>
                    <a:lnTo>
                      <a:pt x="351317" y="476664"/>
                    </a:lnTo>
                    <a:lnTo>
                      <a:pt x="370554" y="469200"/>
                    </a:lnTo>
                    <a:lnTo>
                      <a:pt x="354355" y="385380"/>
                    </a:lnTo>
                    <a:lnTo>
                      <a:pt x="336022" y="391357"/>
                    </a:lnTo>
                    <a:lnTo>
                      <a:pt x="313851" y="396278"/>
                    </a:lnTo>
                    <a:lnTo>
                      <a:pt x="289564" y="399616"/>
                    </a:lnTo>
                    <a:lnTo>
                      <a:pt x="264881" y="400846"/>
                    </a:lnTo>
                    <a:lnTo>
                      <a:pt x="212272" y="393858"/>
                    </a:lnTo>
                    <a:lnTo>
                      <a:pt x="169943" y="373685"/>
                    </a:lnTo>
                    <a:lnTo>
                      <a:pt x="138704" y="341508"/>
                    </a:lnTo>
                    <a:lnTo>
                      <a:pt x="119366" y="298511"/>
                    </a:lnTo>
                    <a:lnTo>
                      <a:pt x="112740" y="245877"/>
                    </a:lnTo>
                    <a:lnTo>
                      <a:pt x="120306" y="188964"/>
                    </a:lnTo>
                    <a:lnTo>
                      <a:pt x="141498" y="144930"/>
                    </a:lnTo>
                    <a:lnTo>
                      <a:pt x="174052" y="113642"/>
                    </a:lnTo>
                    <a:lnTo>
                      <a:pt x="215707" y="94967"/>
                    </a:lnTo>
                    <a:lnTo>
                      <a:pt x="264201" y="88772"/>
                    </a:lnTo>
                    <a:lnTo>
                      <a:pt x="291260" y="90238"/>
                    </a:lnTo>
                    <a:lnTo>
                      <a:pt x="315349" y="94150"/>
                    </a:lnTo>
                    <a:lnTo>
                      <a:pt x="336402" y="99775"/>
                    </a:lnTo>
                    <a:lnTo>
                      <a:pt x="354355" y="106384"/>
                    </a:lnTo>
                    <a:lnTo>
                      <a:pt x="376208" y="21161"/>
                    </a:lnTo>
                    <a:lnTo>
                      <a:pt x="357739" y="13689"/>
                    </a:lnTo>
                    <a:lnTo>
                      <a:pt x="331471" y="6878"/>
                    </a:lnTo>
                    <a:lnTo>
                      <a:pt x="298332" y="1917"/>
                    </a:lnTo>
                    <a:lnTo>
                      <a:pt x="259248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28" name="Google Shape;28;p14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18739823" y="10234089"/>
                <a:ext cx="111954" cy="11194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9" name="Google Shape;2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2714468" y="4342374"/>
            <a:ext cx="119408" cy="4238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 interior 1">
  <p:cSld name="PORTADA interior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5"/>
          <p:cNvSpPr/>
          <p:nvPr/>
        </p:nvSpPr>
        <p:spPr>
          <a:xfrm>
            <a:off x="7765159" y="2143668"/>
            <a:ext cx="3936955" cy="2845428"/>
          </a:xfrm>
          <a:prstGeom prst="rect">
            <a:avLst/>
          </a:prstGeom>
          <a:solidFill>
            <a:srgbClr val="FFFFFF">
              <a:alpha val="3098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5"/>
          <p:cNvSpPr/>
          <p:nvPr/>
        </p:nvSpPr>
        <p:spPr>
          <a:xfrm>
            <a:off x="7765160" y="2143669"/>
            <a:ext cx="342858" cy="342858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5"/>
          <p:cNvSpPr txBox="1"/>
          <p:nvPr>
            <p:ph type="title"/>
          </p:nvPr>
        </p:nvSpPr>
        <p:spPr>
          <a:xfrm>
            <a:off x="8458521" y="2752716"/>
            <a:ext cx="2805775" cy="1627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b="1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5"/>
          <p:cNvSpPr/>
          <p:nvPr/>
        </p:nvSpPr>
        <p:spPr>
          <a:xfrm>
            <a:off x="0" y="2695073"/>
            <a:ext cx="1459832" cy="1467854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5"/>
          <p:cNvSpPr txBox="1"/>
          <p:nvPr/>
        </p:nvSpPr>
        <p:spPr>
          <a:xfrm>
            <a:off x="-1" y="2752716"/>
            <a:ext cx="1459833" cy="1377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Arial"/>
              <a:buNone/>
            </a:pPr>
            <a:r>
              <a:rPr b="1" lang="es-CL" sz="8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1" sz="8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 interior 2">
  <p:cSld name="PORTADA interior 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6"/>
          <p:cNvSpPr/>
          <p:nvPr/>
        </p:nvSpPr>
        <p:spPr>
          <a:xfrm>
            <a:off x="7765159" y="2143668"/>
            <a:ext cx="3936955" cy="2845428"/>
          </a:xfrm>
          <a:prstGeom prst="rect">
            <a:avLst/>
          </a:prstGeom>
          <a:solidFill>
            <a:srgbClr val="FFFFFF">
              <a:alpha val="3098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6"/>
          <p:cNvSpPr/>
          <p:nvPr/>
        </p:nvSpPr>
        <p:spPr>
          <a:xfrm>
            <a:off x="7765160" y="2143669"/>
            <a:ext cx="342858" cy="342858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6"/>
          <p:cNvSpPr txBox="1"/>
          <p:nvPr>
            <p:ph type="title"/>
          </p:nvPr>
        </p:nvSpPr>
        <p:spPr>
          <a:xfrm>
            <a:off x="8458521" y="2752716"/>
            <a:ext cx="2805775" cy="1627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b="1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6"/>
          <p:cNvSpPr/>
          <p:nvPr/>
        </p:nvSpPr>
        <p:spPr>
          <a:xfrm>
            <a:off x="0" y="2695073"/>
            <a:ext cx="1459832" cy="1467854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16"/>
          <p:cNvSpPr txBox="1"/>
          <p:nvPr/>
        </p:nvSpPr>
        <p:spPr>
          <a:xfrm>
            <a:off x="-1" y="2752716"/>
            <a:ext cx="1459833" cy="1377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Arial"/>
              <a:buNone/>
            </a:pPr>
            <a:r>
              <a:rPr b="1" lang="es-CL" sz="8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1" sz="8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2">
  <p:cSld name="INTERIOR 2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7"/>
          <p:cNvSpPr/>
          <p:nvPr/>
        </p:nvSpPr>
        <p:spPr>
          <a:xfrm>
            <a:off x="0" y="0"/>
            <a:ext cx="4459705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17"/>
          <p:cNvSpPr/>
          <p:nvPr/>
        </p:nvSpPr>
        <p:spPr>
          <a:xfrm>
            <a:off x="970947" y="900877"/>
            <a:ext cx="3748474" cy="5056245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" name="Google Shape;45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 rot="-5400000">
            <a:off x="10929134" y="3487483"/>
            <a:ext cx="2392160" cy="133572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17"/>
          <p:cNvSpPr txBox="1"/>
          <p:nvPr>
            <p:ph type="title"/>
          </p:nvPr>
        </p:nvSpPr>
        <p:spPr>
          <a:xfrm>
            <a:off x="1477466" y="2219158"/>
            <a:ext cx="2805775" cy="1627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b="1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" type="body"/>
          </p:nvPr>
        </p:nvSpPr>
        <p:spPr>
          <a:xfrm>
            <a:off x="1477466" y="4008906"/>
            <a:ext cx="2805775" cy="7463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48" name="Google Shape;48;p17"/>
          <p:cNvGrpSpPr/>
          <p:nvPr/>
        </p:nvGrpSpPr>
        <p:grpSpPr>
          <a:xfrm>
            <a:off x="10559057" y="6273209"/>
            <a:ext cx="1405046" cy="320981"/>
            <a:chOff x="8941676" y="5879067"/>
            <a:chExt cx="2618358" cy="598161"/>
          </a:xfrm>
        </p:grpSpPr>
        <p:sp>
          <p:nvSpPr>
            <p:cNvPr id="49" name="Google Shape;49;p17"/>
            <p:cNvSpPr/>
            <p:nvPr/>
          </p:nvSpPr>
          <p:spPr>
            <a:xfrm>
              <a:off x="8941676" y="5949980"/>
              <a:ext cx="1618615" cy="525145"/>
            </a:xfrm>
            <a:custGeom>
              <a:rect b="b" l="l" r="r" t="t"/>
              <a:pathLst>
                <a:path extrusionOk="0" h="525145" w="1618615">
                  <a:moveTo>
                    <a:pt x="453097" y="247865"/>
                  </a:moveTo>
                  <a:lnTo>
                    <a:pt x="449186" y="196367"/>
                  </a:lnTo>
                  <a:lnTo>
                    <a:pt x="437921" y="151307"/>
                  </a:lnTo>
                  <a:lnTo>
                    <a:pt x="419925" y="112522"/>
                  </a:lnTo>
                  <a:lnTo>
                    <a:pt x="395884" y="79870"/>
                  </a:lnTo>
                  <a:lnTo>
                    <a:pt x="366445" y="53213"/>
                  </a:lnTo>
                  <a:lnTo>
                    <a:pt x="330708" y="31546"/>
                  </a:lnTo>
                  <a:lnTo>
                    <a:pt x="330708" y="251650"/>
                  </a:lnTo>
                  <a:lnTo>
                    <a:pt x="325094" y="307492"/>
                  </a:lnTo>
                  <a:lnTo>
                    <a:pt x="308851" y="352729"/>
                  </a:lnTo>
                  <a:lnTo>
                    <a:pt x="282892" y="387540"/>
                  </a:lnTo>
                  <a:lnTo>
                    <a:pt x="248132" y="412089"/>
                  </a:lnTo>
                  <a:lnTo>
                    <a:pt x="205486" y="426542"/>
                  </a:lnTo>
                  <a:lnTo>
                    <a:pt x="155841" y="431076"/>
                  </a:lnTo>
                  <a:lnTo>
                    <a:pt x="145161" y="431038"/>
                  </a:lnTo>
                  <a:lnTo>
                    <a:pt x="134264" y="430784"/>
                  </a:lnTo>
                  <a:lnTo>
                    <a:pt x="124079" y="430098"/>
                  </a:lnTo>
                  <a:lnTo>
                    <a:pt x="115519" y="428764"/>
                  </a:lnTo>
                  <a:lnTo>
                    <a:pt x="115519" y="93497"/>
                  </a:lnTo>
                  <a:lnTo>
                    <a:pt x="124383" y="91821"/>
                  </a:lnTo>
                  <a:lnTo>
                    <a:pt x="136080" y="90347"/>
                  </a:lnTo>
                  <a:lnTo>
                    <a:pt x="150622" y="89319"/>
                  </a:lnTo>
                  <a:lnTo>
                    <a:pt x="168008" y="88925"/>
                  </a:lnTo>
                  <a:lnTo>
                    <a:pt x="214909" y="93319"/>
                  </a:lnTo>
                  <a:lnTo>
                    <a:pt x="254800" y="106616"/>
                  </a:lnTo>
                  <a:lnTo>
                    <a:pt x="286994" y="128943"/>
                  </a:lnTo>
                  <a:lnTo>
                    <a:pt x="310832" y="160464"/>
                  </a:lnTo>
                  <a:lnTo>
                    <a:pt x="325628" y="201320"/>
                  </a:lnTo>
                  <a:lnTo>
                    <a:pt x="330708" y="251650"/>
                  </a:lnTo>
                  <a:lnTo>
                    <a:pt x="330708" y="31546"/>
                  </a:lnTo>
                  <a:lnTo>
                    <a:pt x="326796" y="29171"/>
                  </a:lnTo>
                  <a:lnTo>
                    <a:pt x="279666" y="12636"/>
                  </a:lnTo>
                  <a:lnTo>
                    <a:pt x="223278" y="3073"/>
                  </a:lnTo>
                  <a:lnTo>
                    <a:pt x="155841" y="0"/>
                  </a:lnTo>
                  <a:lnTo>
                    <a:pt x="113093" y="711"/>
                  </a:lnTo>
                  <a:lnTo>
                    <a:pt x="72212" y="2857"/>
                  </a:lnTo>
                  <a:lnTo>
                    <a:pt x="34175" y="6413"/>
                  </a:lnTo>
                  <a:lnTo>
                    <a:pt x="0" y="11417"/>
                  </a:lnTo>
                  <a:lnTo>
                    <a:pt x="0" y="513930"/>
                  </a:lnTo>
                  <a:lnTo>
                    <a:pt x="23964" y="516724"/>
                  </a:lnTo>
                  <a:lnTo>
                    <a:pt x="53784" y="519150"/>
                  </a:lnTo>
                  <a:lnTo>
                    <a:pt x="89585" y="520877"/>
                  </a:lnTo>
                  <a:lnTo>
                    <a:pt x="131495" y="521525"/>
                  </a:lnTo>
                  <a:lnTo>
                    <a:pt x="189534" y="518960"/>
                  </a:lnTo>
                  <a:lnTo>
                    <a:pt x="242811" y="511162"/>
                  </a:lnTo>
                  <a:lnTo>
                    <a:pt x="290804" y="498043"/>
                  </a:lnTo>
                  <a:lnTo>
                    <a:pt x="332955" y="479501"/>
                  </a:lnTo>
                  <a:lnTo>
                    <a:pt x="368719" y="455409"/>
                  </a:lnTo>
                  <a:lnTo>
                    <a:pt x="396163" y="427177"/>
                  </a:lnTo>
                  <a:lnTo>
                    <a:pt x="419430" y="392518"/>
                  </a:lnTo>
                  <a:lnTo>
                    <a:pt x="437400" y="351231"/>
                  </a:lnTo>
                  <a:lnTo>
                    <a:pt x="448983" y="303085"/>
                  </a:lnTo>
                  <a:lnTo>
                    <a:pt x="453097" y="247865"/>
                  </a:lnTo>
                  <a:close/>
                </a:path>
                <a:path extrusionOk="0" h="525145" w="1618615">
                  <a:moveTo>
                    <a:pt x="849947" y="516191"/>
                  </a:moveTo>
                  <a:lnTo>
                    <a:pt x="848817" y="491236"/>
                  </a:lnTo>
                  <a:lnTo>
                    <a:pt x="847839" y="463080"/>
                  </a:lnTo>
                  <a:lnTo>
                    <a:pt x="847140" y="431634"/>
                  </a:lnTo>
                  <a:lnTo>
                    <a:pt x="846874" y="396836"/>
                  </a:lnTo>
                  <a:lnTo>
                    <a:pt x="846874" y="144449"/>
                  </a:lnTo>
                  <a:lnTo>
                    <a:pt x="731316" y="144449"/>
                  </a:lnTo>
                  <a:lnTo>
                    <a:pt x="731316" y="365671"/>
                  </a:lnTo>
                  <a:lnTo>
                    <a:pt x="731037" y="372808"/>
                  </a:lnTo>
                  <a:lnTo>
                    <a:pt x="707301" y="417766"/>
                  </a:lnTo>
                  <a:lnTo>
                    <a:pt x="668985" y="431076"/>
                  </a:lnTo>
                  <a:lnTo>
                    <a:pt x="642531" y="425119"/>
                  </a:lnTo>
                  <a:lnTo>
                    <a:pt x="624332" y="407974"/>
                  </a:lnTo>
                  <a:lnTo>
                    <a:pt x="613841" y="380707"/>
                  </a:lnTo>
                  <a:lnTo>
                    <a:pt x="610463" y="344398"/>
                  </a:lnTo>
                  <a:lnTo>
                    <a:pt x="610463" y="144449"/>
                  </a:lnTo>
                  <a:lnTo>
                    <a:pt x="494906" y="144449"/>
                  </a:lnTo>
                  <a:lnTo>
                    <a:pt x="494906" y="362623"/>
                  </a:lnTo>
                  <a:lnTo>
                    <a:pt x="501205" y="423557"/>
                  </a:lnTo>
                  <a:lnTo>
                    <a:pt x="519036" y="469226"/>
                  </a:lnTo>
                  <a:lnTo>
                    <a:pt x="546785" y="500634"/>
                  </a:lnTo>
                  <a:lnTo>
                    <a:pt x="582866" y="518756"/>
                  </a:lnTo>
                  <a:lnTo>
                    <a:pt x="625652" y="524573"/>
                  </a:lnTo>
                  <a:lnTo>
                    <a:pt x="670026" y="518274"/>
                  </a:lnTo>
                  <a:lnTo>
                    <a:pt x="703491" y="502716"/>
                  </a:lnTo>
                  <a:lnTo>
                    <a:pt x="727113" y="482879"/>
                  </a:lnTo>
                  <a:lnTo>
                    <a:pt x="741972" y="463753"/>
                  </a:lnTo>
                  <a:lnTo>
                    <a:pt x="744245" y="463753"/>
                  </a:lnTo>
                  <a:lnTo>
                    <a:pt x="749592" y="516191"/>
                  </a:lnTo>
                  <a:lnTo>
                    <a:pt x="849947" y="516191"/>
                  </a:lnTo>
                  <a:close/>
                </a:path>
                <a:path extrusionOk="0" h="525145" w="1618615">
                  <a:moveTo>
                    <a:pt x="1277759" y="326885"/>
                  </a:moveTo>
                  <a:lnTo>
                    <a:pt x="1273225" y="280898"/>
                  </a:lnTo>
                  <a:lnTo>
                    <a:pt x="1260055" y="239864"/>
                  </a:lnTo>
                  <a:lnTo>
                    <a:pt x="1247533" y="218948"/>
                  </a:lnTo>
                  <a:lnTo>
                    <a:pt x="1238923" y="204558"/>
                  </a:lnTo>
                  <a:lnTo>
                    <a:pt x="1210513" y="175742"/>
                  </a:lnTo>
                  <a:lnTo>
                    <a:pt x="1175537" y="154216"/>
                  </a:lnTo>
                  <a:lnTo>
                    <a:pt x="1157643" y="148323"/>
                  </a:lnTo>
                  <a:lnTo>
                    <a:pt x="1157643" y="329958"/>
                  </a:lnTo>
                  <a:lnTo>
                    <a:pt x="1152537" y="375627"/>
                  </a:lnTo>
                  <a:lnTo>
                    <a:pt x="1137881" y="410908"/>
                  </a:lnTo>
                  <a:lnTo>
                    <a:pt x="1114679" y="433641"/>
                  </a:lnTo>
                  <a:lnTo>
                    <a:pt x="1083906" y="441693"/>
                  </a:lnTo>
                  <a:lnTo>
                    <a:pt x="1083157" y="441693"/>
                  </a:lnTo>
                  <a:lnTo>
                    <a:pt x="1050861" y="433222"/>
                  </a:lnTo>
                  <a:lnTo>
                    <a:pt x="1027264" y="409867"/>
                  </a:lnTo>
                  <a:lnTo>
                    <a:pt x="1012799" y="374675"/>
                  </a:lnTo>
                  <a:lnTo>
                    <a:pt x="1007884" y="330708"/>
                  </a:lnTo>
                  <a:lnTo>
                    <a:pt x="1012063" y="289839"/>
                  </a:lnTo>
                  <a:lnTo>
                    <a:pt x="1025372" y="254025"/>
                  </a:lnTo>
                  <a:lnTo>
                    <a:pt x="1048931" y="228612"/>
                  </a:lnTo>
                  <a:lnTo>
                    <a:pt x="1083906" y="218948"/>
                  </a:lnTo>
                  <a:lnTo>
                    <a:pt x="1117574" y="228612"/>
                  </a:lnTo>
                  <a:lnTo>
                    <a:pt x="1140447" y="253936"/>
                  </a:lnTo>
                  <a:lnTo>
                    <a:pt x="1153502" y="289521"/>
                  </a:lnTo>
                  <a:lnTo>
                    <a:pt x="1157643" y="329958"/>
                  </a:lnTo>
                  <a:lnTo>
                    <a:pt x="1157643" y="148323"/>
                  </a:lnTo>
                  <a:lnTo>
                    <a:pt x="1134618" y="140728"/>
                  </a:lnTo>
                  <a:lnTo>
                    <a:pt x="1088466" y="136067"/>
                  </a:lnTo>
                  <a:lnTo>
                    <a:pt x="1039609" y="140665"/>
                  </a:lnTo>
                  <a:lnTo>
                    <a:pt x="996442" y="154089"/>
                  </a:lnTo>
                  <a:lnTo>
                    <a:pt x="959637" y="175755"/>
                  </a:lnTo>
                  <a:lnTo>
                    <a:pt x="929855" y="205041"/>
                  </a:lnTo>
                  <a:lnTo>
                    <a:pt x="907770" y="241401"/>
                  </a:lnTo>
                  <a:lnTo>
                    <a:pt x="894016" y="284226"/>
                  </a:lnTo>
                  <a:lnTo>
                    <a:pt x="889292" y="332955"/>
                  </a:lnTo>
                  <a:lnTo>
                    <a:pt x="894245" y="381393"/>
                  </a:lnTo>
                  <a:lnTo>
                    <a:pt x="908405" y="423481"/>
                  </a:lnTo>
                  <a:lnTo>
                    <a:pt x="930757" y="458812"/>
                  </a:lnTo>
                  <a:lnTo>
                    <a:pt x="960272" y="486994"/>
                  </a:lnTo>
                  <a:lnTo>
                    <a:pt x="995946" y="507606"/>
                  </a:lnTo>
                  <a:lnTo>
                    <a:pt x="1036726" y="520268"/>
                  </a:lnTo>
                  <a:lnTo>
                    <a:pt x="1081608" y="524573"/>
                  </a:lnTo>
                  <a:lnTo>
                    <a:pt x="1082382" y="524573"/>
                  </a:lnTo>
                  <a:lnTo>
                    <a:pt x="1124318" y="520725"/>
                  </a:lnTo>
                  <a:lnTo>
                    <a:pt x="1164336" y="509054"/>
                  </a:lnTo>
                  <a:lnTo>
                    <a:pt x="1200772" y="489381"/>
                  </a:lnTo>
                  <a:lnTo>
                    <a:pt x="1231976" y="461518"/>
                  </a:lnTo>
                  <a:lnTo>
                    <a:pt x="1245285" y="441693"/>
                  </a:lnTo>
                  <a:lnTo>
                    <a:pt x="1256322" y="425259"/>
                  </a:lnTo>
                  <a:lnTo>
                    <a:pt x="1272120" y="380453"/>
                  </a:lnTo>
                  <a:lnTo>
                    <a:pt x="1277759" y="326885"/>
                  </a:lnTo>
                  <a:close/>
                </a:path>
                <a:path extrusionOk="0" h="525145" w="1618615">
                  <a:moveTo>
                    <a:pt x="1618411" y="150533"/>
                  </a:moveTo>
                  <a:lnTo>
                    <a:pt x="1598650" y="144424"/>
                  </a:lnTo>
                  <a:lnTo>
                    <a:pt x="1576603" y="139865"/>
                  </a:lnTo>
                  <a:lnTo>
                    <a:pt x="1553413" y="137033"/>
                  </a:lnTo>
                  <a:lnTo>
                    <a:pt x="1530223" y="136055"/>
                  </a:lnTo>
                  <a:lnTo>
                    <a:pt x="1474876" y="141300"/>
                  </a:lnTo>
                  <a:lnTo>
                    <a:pt x="1427530" y="156235"/>
                  </a:lnTo>
                  <a:lnTo>
                    <a:pt x="1388376" y="179628"/>
                  </a:lnTo>
                  <a:lnTo>
                    <a:pt x="1357591" y="210299"/>
                  </a:lnTo>
                  <a:lnTo>
                    <a:pt x="1335366" y="247015"/>
                  </a:lnTo>
                  <a:lnTo>
                    <a:pt x="1321904" y="288569"/>
                  </a:lnTo>
                  <a:lnTo>
                    <a:pt x="1317371" y="333743"/>
                  </a:lnTo>
                  <a:lnTo>
                    <a:pt x="1321968" y="381190"/>
                  </a:lnTo>
                  <a:lnTo>
                    <a:pt x="1335392" y="422783"/>
                  </a:lnTo>
                  <a:lnTo>
                    <a:pt x="1357045" y="458012"/>
                  </a:lnTo>
                  <a:lnTo>
                    <a:pt x="1386344" y="486346"/>
                  </a:lnTo>
                  <a:lnTo>
                    <a:pt x="1422704" y="507225"/>
                  </a:lnTo>
                  <a:lnTo>
                    <a:pt x="1465541" y="520153"/>
                  </a:lnTo>
                  <a:lnTo>
                    <a:pt x="1514259" y="524573"/>
                  </a:lnTo>
                  <a:lnTo>
                    <a:pt x="1546148" y="523240"/>
                  </a:lnTo>
                  <a:lnTo>
                    <a:pt x="1599057" y="514007"/>
                  </a:lnTo>
                  <a:lnTo>
                    <a:pt x="1603971" y="421932"/>
                  </a:lnTo>
                  <a:lnTo>
                    <a:pt x="1590116" y="427050"/>
                  </a:lnTo>
                  <a:lnTo>
                    <a:pt x="1574609" y="430872"/>
                  </a:lnTo>
                  <a:lnTo>
                    <a:pt x="1557248" y="433273"/>
                  </a:lnTo>
                  <a:lnTo>
                    <a:pt x="1537817" y="434098"/>
                  </a:lnTo>
                  <a:lnTo>
                    <a:pt x="1498168" y="427329"/>
                  </a:lnTo>
                  <a:lnTo>
                    <a:pt x="1465795" y="407301"/>
                  </a:lnTo>
                  <a:lnTo>
                    <a:pt x="1443951" y="374446"/>
                  </a:lnTo>
                  <a:lnTo>
                    <a:pt x="1435938" y="329196"/>
                  </a:lnTo>
                  <a:lnTo>
                    <a:pt x="1442631" y="287261"/>
                  </a:lnTo>
                  <a:lnTo>
                    <a:pt x="1462659" y="254304"/>
                  </a:lnTo>
                  <a:lnTo>
                    <a:pt x="1494218" y="232752"/>
                  </a:lnTo>
                  <a:lnTo>
                    <a:pt x="1535557" y="225031"/>
                  </a:lnTo>
                  <a:lnTo>
                    <a:pt x="1556562" y="225958"/>
                  </a:lnTo>
                  <a:lnTo>
                    <a:pt x="1574152" y="228447"/>
                  </a:lnTo>
                  <a:lnTo>
                    <a:pt x="1588592" y="232092"/>
                  </a:lnTo>
                  <a:lnTo>
                    <a:pt x="1600174" y="236435"/>
                  </a:lnTo>
                  <a:lnTo>
                    <a:pt x="1618411" y="15053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17"/>
            <p:cNvSpPr/>
            <p:nvPr/>
          </p:nvSpPr>
          <p:spPr>
            <a:xfrm>
              <a:off x="10672317" y="5994129"/>
              <a:ext cx="388620" cy="482600"/>
            </a:xfrm>
            <a:custGeom>
              <a:rect b="b" l="l" r="r" t="t"/>
              <a:pathLst>
                <a:path extrusionOk="0" h="482600" w="388619">
                  <a:moveTo>
                    <a:pt x="388176" y="0"/>
                  </a:moveTo>
                  <a:lnTo>
                    <a:pt x="281090" y="0"/>
                  </a:lnTo>
                  <a:lnTo>
                    <a:pt x="281090" y="273331"/>
                  </a:lnTo>
                  <a:lnTo>
                    <a:pt x="275370" y="327965"/>
                  </a:lnTo>
                  <a:lnTo>
                    <a:pt x="258558" y="366414"/>
                  </a:lnTo>
                  <a:lnTo>
                    <a:pt x="231178" y="389143"/>
                  </a:lnTo>
                  <a:lnTo>
                    <a:pt x="193753" y="396616"/>
                  </a:lnTo>
                  <a:lnTo>
                    <a:pt x="157139" y="388845"/>
                  </a:lnTo>
                  <a:lnTo>
                    <a:pt x="130175" y="365621"/>
                  </a:lnTo>
                  <a:lnTo>
                    <a:pt x="113516" y="327072"/>
                  </a:lnTo>
                  <a:lnTo>
                    <a:pt x="107818" y="273331"/>
                  </a:lnTo>
                  <a:lnTo>
                    <a:pt x="107818" y="0"/>
                  </a:lnTo>
                  <a:lnTo>
                    <a:pt x="0" y="0"/>
                  </a:lnTo>
                  <a:lnTo>
                    <a:pt x="0" y="264892"/>
                  </a:lnTo>
                  <a:lnTo>
                    <a:pt x="4253" y="324651"/>
                  </a:lnTo>
                  <a:lnTo>
                    <a:pt x="16765" y="374300"/>
                  </a:lnTo>
                  <a:lnTo>
                    <a:pt x="37165" y="414172"/>
                  </a:lnTo>
                  <a:lnTo>
                    <a:pt x="65082" y="444602"/>
                  </a:lnTo>
                  <a:lnTo>
                    <a:pt x="100145" y="465925"/>
                  </a:lnTo>
                  <a:lnTo>
                    <a:pt x="141983" y="478473"/>
                  </a:lnTo>
                  <a:lnTo>
                    <a:pt x="190224" y="482582"/>
                  </a:lnTo>
                  <a:lnTo>
                    <a:pt x="240229" y="478290"/>
                  </a:lnTo>
                  <a:lnTo>
                    <a:pt x="283689" y="465335"/>
                  </a:lnTo>
                  <a:lnTo>
                    <a:pt x="320188" y="443592"/>
                  </a:lnTo>
                  <a:lnTo>
                    <a:pt x="349304" y="412939"/>
                  </a:lnTo>
                  <a:lnTo>
                    <a:pt x="370620" y="373254"/>
                  </a:lnTo>
                  <a:lnTo>
                    <a:pt x="383717" y="324414"/>
                  </a:lnTo>
                  <a:lnTo>
                    <a:pt x="388176" y="266295"/>
                  </a:lnTo>
                  <a:lnTo>
                    <a:pt x="38817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" name="Google Shape;51;p17"/>
            <p:cNvGrpSpPr/>
            <p:nvPr/>
          </p:nvGrpSpPr>
          <p:grpSpPr>
            <a:xfrm>
              <a:off x="11114331" y="5879067"/>
              <a:ext cx="445703" cy="598161"/>
              <a:chOff x="18406074" y="10234089"/>
              <a:chExt cx="445703" cy="598161"/>
            </a:xfrm>
          </p:grpSpPr>
          <p:sp>
            <p:nvSpPr>
              <p:cNvPr id="52" name="Google Shape;52;p17"/>
              <p:cNvSpPr/>
              <p:nvPr/>
            </p:nvSpPr>
            <p:spPr>
              <a:xfrm>
                <a:off x="18406074" y="10341395"/>
                <a:ext cx="376555" cy="490855"/>
              </a:xfrm>
              <a:custGeom>
                <a:rect b="b" l="l" r="r" t="t"/>
                <a:pathLst>
                  <a:path extrusionOk="0" h="490854" w="376555">
                    <a:moveTo>
                      <a:pt x="259248" y="0"/>
                    </a:moveTo>
                    <a:lnTo>
                      <a:pt x="212510" y="3315"/>
                    </a:lnTo>
                    <a:lnTo>
                      <a:pt x="168577" y="13160"/>
                    </a:lnTo>
                    <a:lnTo>
                      <a:pt x="128168" y="29385"/>
                    </a:lnTo>
                    <a:lnTo>
                      <a:pt x="92002" y="51838"/>
                    </a:lnTo>
                    <a:lnTo>
                      <a:pt x="60799" y="80367"/>
                    </a:lnTo>
                    <a:lnTo>
                      <a:pt x="35278" y="114822"/>
                    </a:lnTo>
                    <a:lnTo>
                      <a:pt x="16158" y="155053"/>
                    </a:lnTo>
                    <a:lnTo>
                      <a:pt x="4159" y="200906"/>
                    </a:lnTo>
                    <a:lnTo>
                      <a:pt x="0" y="252233"/>
                    </a:lnTo>
                    <a:lnTo>
                      <a:pt x="3124" y="296015"/>
                    </a:lnTo>
                    <a:lnTo>
                      <a:pt x="12470" y="336820"/>
                    </a:lnTo>
                    <a:lnTo>
                      <a:pt x="27997" y="374067"/>
                    </a:lnTo>
                    <a:lnTo>
                      <a:pt x="49665" y="407177"/>
                    </a:lnTo>
                    <a:lnTo>
                      <a:pt x="77432" y="435568"/>
                    </a:lnTo>
                    <a:lnTo>
                      <a:pt x="111258" y="458660"/>
                    </a:lnTo>
                    <a:lnTo>
                      <a:pt x="151102" y="475874"/>
                    </a:lnTo>
                    <a:lnTo>
                      <a:pt x="196924" y="486627"/>
                    </a:lnTo>
                    <a:lnTo>
                      <a:pt x="248683" y="490341"/>
                    </a:lnTo>
                    <a:lnTo>
                      <a:pt x="289323" y="488424"/>
                    </a:lnTo>
                    <a:lnTo>
                      <a:pt x="323888" y="483469"/>
                    </a:lnTo>
                    <a:lnTo>
                      <a:pt x="351317" y="476664"/>
                    </a:lnTo>
                    <a:lnTo>
                      <a:pt x="370554" y="469200"/>
                    </a:lnTo>
                    <a:lnTo>
                      <a:pt x="354355" y="385380"/>
                    </a:lnTo>
                    <a:lnTo>
                      <a:pt x="336022" y="391357"/>
                    </a:lnTo>
                    <a:lnTo>
                      <a:pt x="313851" y="396278"/>
                    </a:lnTo>
                    <a:lnTo>
                      <a:pt x="289564" y="399616"/>
                    </a:lnTo>
                    <a:lnTo>
                      <a:pt x="264881" y="400846"/>
                    </a:lnTo>
                    <a:lnTo>
                      <a:pt x="212272" y="393858"/>
                    </a:lnTo>
                    <a:lnTo>
                      <a:pt x="169943" y="373685"/>
                    </a:lnTo>
                    <a:lnTo>
                      <a:pt x="138704" y="341508"/>
                    </a:lnTo>
                    <a:lnTo>
                      <a:pt x="119366" y="298511"/>
                    </a:lnTo>
                    <a:lnTo>
                      <a:pt x="112740" y="245877"/>
                    </a:lnTo>
                    <a:lnTo>
                      <a:pt x="120306" y="188964"/>
                    </a:lnTo>
                    <a:lnTo>
                      <a:pt x="141498" y="144930"/>
                    </a:lnTo>
                    <a:lnTo>
                      <a:pt x="174052" y="113642"/>
                    </a:lnTo>
                    <a:lnTo>
                      <a:pt x="215707" y="94967"/>
                    </a:lnTo>
                    <a:lnTo>
                      <a:pt x="264201" y="88772"/>
                    </a:lnTo>
                    <a:lnTo>
                      <a:pt x="291260" y="90238"/>
                    </a:lnTo>
                    <a:lnTo>
                      <a:pt x="315349" y="94150"/>
                    </a:lnTo>
                    <a:lnTo>
                      <a:pt x="336402" y="99775"/>
                    </a:lnTo>
                    <a:lnTo>
                      <a:pt x="354355" y="106384"/>
                    </a:lnTo>
                    <a:lnTo>
                      <a:pt x="376208" y="21161"/>
                    </a:lnTo>
                    <a:lnTo>
                      <a:pt x="357739" y="13689"/>
                    </a:lnTo>
                    <a:lnTo>
                      <a:pt x="331471" y="6878"/>
                    </a:lnTo>
                    <a:lnTo>
                      <a:pt x="298332" y="1917"/>
                    </a:lnTo>
                    <a:lnTo>
                      <a:pt x="259248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53" name="Google Shape;53;p17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18739823" y="10234089"/>
                <a:ext cx="111954" cy="11194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54" name="Google Shape;5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0414" y="1315256"/>
            <a:ext cx="119084" cy="42274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 interior 4">
  <p:cSld name="PORTADA interior 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8"/>
          <p:cNvSpPr/>
          <p:nvPr/>
        </p:nvSpPr>
        <p:spPr>
          <a:xfrm>
            <a:off x="7765159" y="2143668"/>
            <a:ext cx="3936955" cy="2845428"/>
          </a:xfrm>
          <a:prstGeom prst="rect">
            <a:avLst/>
          </a:prstGeom>
          <a:solidFill>
            <a:srgbClr val="FFFFFF">
              <a:alpha val="3098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8"/>
          <p:cNvSpPr/>
          <p:nvPr/>
        </p:nvSpPr>
        <p:spPr>
          <a:xfrm>
            <a:off x="7765160" y="2143669"/>
            <a:ext cx="342858" cy="342858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18"/>
          <p:cNvSpPr txBox="1"/>
          <p:nvPr>
            <p:ph type="title"/>
          </p:nvPr>
        </p:nvSpPr>
        <p:spPr>
          <a:xfrm>
            <a:off x="8458521" y="2752716"/>
            <a:ext cx="2805775" cy="1627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b="1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8"/>
          <p:cNvSpPr/>
          <p:nvPr/>
        </p:nvSpPr>
        <p:spPr>
          <a:xfrm>
            <a:off x="0" y="2695073"/>
            <a:ext cx="1459832" cy="1467854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18"/>
          <p:cNvSpPr txBox="1"/>
          <p:nvPr/>
        </p:nvSpPr>
        <p:spPr>
          <a:xfrm>
            <a:off x="-1" y="2752716"/>
            <a:ext cx="1459833" cy="1377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Arial"/>
              <a:buNone/>
            </a:pPr>
            <a:r>
              <a:rPr b="1" lang="es-CL" sz="8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1" sz="8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3">
  <p:cSld name="INTERIOR 3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9"/>
          <p:cNvSpPr/>
          <p:nvPr/>
        </p:nvSpPr>
        <p:spPr>
          <a:xfrm>
            <a:off x="0" y="0"/>
            <a:ext cx="1155032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9"/>
          <p:cNvSpPr/>
          <p:nvPr/>
        </p:nvSpPr>
        <p:spPr>
          <a:xfrm>
            <a:off x="485631" y="405838"/>
            <a:ext cx="155636" cy="155636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9"/>
          <p:cNvSpPr txBox="1"/>
          <p:nvPr>
            <p:ph idx="1" type="body"/>
          </p:nvPr>
        </p:nvSpPr>
        <p:spPr>
          <a:xfrm>
            <a:off x="6510853" y="405838"/>
            <a:ext cx="4916775" cy="469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b="1" sz="3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19"/>
          <p:cNvSpPr txBox="1"/>
          <p:nvPr>
            <p:ph idx="2" type="body"/>
          </p:nvPr>
        </p:nvSpPr>
        <p:spPr>
          <a:xfrm>
            <a:off x="6510853" y="976146"/>
            <a:ext cx="4930746" cy="28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19"/>
          <p:cNvSpPr/>
          <p:nvPr/>
        </p:nvSpPr>
        <p:spPr>
          <a:xfrm>
            <a:off x="11551912" y="483656"/>
            <a:ext cx="271438" cy="271438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7" name="Google Shape;67;p19"/>
          <p:cNvGrpSpPr/>
          <p:nvPr/>
        </p:nvGrpSpPr>
        <p:grpSpPr>
          <a:xfrm>
            <a:off x="10559057" y="6273209"/>
            <a:ext cx="1405046" cy="320981"/>
            <a:chOff x="8941676" y="5879067"/>
            <a:chExt cx="2618358" cy="598161"/>
          </a:xfrm>
        </p:grpSpPr>
        <p:sp>
          <p:nvSpPr>
            <p:cNvPr id="68" name="Google Shape;68;p19"/>
            <p:cNvSpPr/>
            <p:nvPr/>
          </p:nvSpPr>
          <p:spPr>
            <a:xfrm>
              <a:off x="8941676" y="5949980"/>
              <a:ext cx="1618615" cy="525145"/>
            </a:xfrm>
            <a:custGeom>
              <a:rect b="b" l="l" r="r" t="t"/>
              <a:pathLst>
                <a:path extrusionOk="0" h="525145" w="1618615">
                  <a:moveTo>
                    <a:pt x="453097" y="247865"/>
                  </a:moveTo>
                  <a:lnTo>
                    <a:pt x="449186" y="196367"/>
                  </a:lnTo>
                  <a:lnTo>
                    <a:pt x="437921" y="151307"/>
                  </a:lnTo>
                  <a:lnTo>
                    <a:pt x="419925" y="112522"/>
                  </a:lnTo>
                  <a:lnTo>
                    <a:pt x="395884" y="79870"/>
                  </a:lnTo>
                  <a:lnTo>
                    <a:pt x="366445" y="53213"/>
                  </a:lnTo>
                  <a:lnTo>
                    <a:pt x="330708" y="31546"/>
                  </a:lnTo>
                  <a:lnTo>
                    <a:pt x="330708" y="251650"/>
                  </a:lnTo>
                  <a:lnTo>
                    <a:pt x="325094" y="307492"/>
                  </a:lnTo>
                  <a:lnTo>
                    <a:pt x="308851" y="352729"/>
                  </a:lnTo>
                  <a:lnTo>
                    <a:pt x="282892" y="387540"/>
                  </a:lnTo>
                  <a:lnTo>
                    <a:pt x="248132" y="412089"/>
                  </a:lnTo>
                  <a:lnTo>
                    <a:pt x="205486" y="426542"/>
                  </a:lnTo>
                  <a:lnTo>
                    <a:pt x="155841" y="431076"/>
                  </a:lnTo>
                  <a:lnTo>
                    <a:pt x="145161" y="431038"/>
                  </a:lnTo>
                  <a:lnTo>
                    <a:pt x="134264" y="430784"/>
                  </a:lnTo>
                  <a:lnTo>
                    <a:pt x="124079" y="430098"/>
                  </a:lnTo>
                  <a:lnTo>
                    <a:pt x="115519" y="428764"/>
                  </a:lnTo>
                  <a:lnTo>
                    <a:pt x="115519" y="93497"/>
                  </a:lnTo>
                  <a:lnTo>
                    <a:pt x="124383" y="91821"/>
                  </a:lnTo>
                  <a:lnTo>
                    <a:pt x="136080" y="90347"/>
                  </a:lnTo>
                  <a:lnTo>
                    <a:pt x="150622" y="89319"/>
                  </a:lnTo>
                  <a:lnTo>
                    <a:pt x="168008" y="88925"/>
                  </a:lnTo>
                  <a:lnTo>
                    <a:pt x="214909" y="93319"/>
                  </a:lnTo>
                  <a:lnTo>
                    <a:pt x="254800" y="106616"/>
                  </a:lnTo>
                  <a:lnTo>
                    <a:pt x="286994" y="128943"/>
                  </a:lnTo>
                  <a:lnTo>
                    <a:pt x="310832" y="160464"/>
                  </a:lnTo>
                  <a:lnTo>
                    <a:pt x="325628" y="201320"/>
                  </a:lnTo>
                  <a:lnTo>
                    <a:pt x="330708" y="251650"/>
                  </a:lnTo>
                  <a:lnTo>
                    <a:pt x="330708" y="31546"/>
                  </a:lnTo>
                  <a:lnTo>
                    <a:pt x="326796" y="29171"/>
                  </a:lnTo>
                  <a:lnTo>
                    <a:pt x="279666" y="12636"/>
                  </a:lnTo>
                  <a:lnTo>
                    <a:pt x="223278" y="3073"/>
                  </a:lnTo>
                  <a:lnTo>
                    <a:pt x="155841" y="0"/>
                  </a:lnTo>
                  <a:lnTo>
                    <a:pt x="113093" y="711"/>
                  </a:lnTo>
                  <a:lnTo>
                    <a:pt x="72212" y="2857"/>
                  </a:lnTo>
                  <a:lnTo>
                    <a:pt x="34175" y="6413"/>
                  </a:lnTo>
                  <a:lnTo>
                    <a:pt x="0" y="11417"/>
                  </a:lnTo>
                  <a:lnTo>
                    <a:pt x="0" y="513930"/>
                  </a:lnTo>
                  <a:lnTo>
                    <a:pt x="23964" y="516724"/>
                  </a:lnTo>
                  <a:lnTo>
                    <a:pt x="53784" y="519150"/>
                  </a:lnTo>
                  <a:lnTo>
                    <a:pt x="89585" y="520877"/>
                  </a:lnTo>
                  <a:lnTo>
                    <a:pt x="131495" y="521525"/>
                  </a:lnTo>
                  <a:lnTo>
                    <a:pt x="189534" y="518960"/>
                  </a:lnTo>
                  <a:lnTo>
                    <a:pt x="242811" y="511162"/>
                  </a:lnTo>
                  <a:lnTo>
                    <a:pt x="290804" y="498043"/>
                  </a:lnTo>
                  <a:lnTo>
                    <a:pt x="332955" y="479501"/>
                  </a:lnTo>
                  <a:lnTo>
                    <a:pt x="368719" y="455409"/>
                  </a:lnTo>
                  <a:lnTo>
                    <a:pt x="396163" y="427177"/>
                  </a:lnTo>
                  <a:lnTo>
                    <a:pt x="419430" y="392518"/>
                  </a:lnTo>
                  <a:lnTo>
                    <a:pt x="437400" y="351231"/>
                  </a:lnTo>
                  <a:lnTo>
                    <a:pt x="448983" y="303085"/>
                  </a:lnTo>
                  <a:lnTo>
                    <a:pt x="453097" y="247865"/>
                  </a:lnTo>
                  <a:close/>
                </a:path>
                <a:path extrusionOk="0" h="525145" w="1618615">
                  <a:moveTo>
                    <a:pt x="849947" y="516191"/>
                  </a:moveTo>
                  <a:lnTo>
                    <a:pt x="848817" y="491236"/>
                  </a:lnTo>
                  <a:lnTo>
                    <a:pt x="847839" y="463080"/>
                  </a:lnTo>
                  <a:lnTo>
                    <a:pt x="847140" y="431634"/>
                  </a:lnTo>
                  <a:lnTo>
                    <a:pt x="846874" y="396836"/>
                  </a:lnTo>
                  <a:lnTo>
                    <a:pt x="846874" y="144449"/>
                  </a:lnTo>
                  <a:lnTo>
                    <a:pt x="731316" y="144449"/>
                  </a:lnTo>
                  <a:lnTo>
                    <a:pt x="731316" y="365671"/>
                  </a:lnTo>
                  <a:lnTo>
                    <a:pt x="731037" y="372808"/>
                  </a:lnTo>
                  <a:lnTo>
                    <a:pt x="707301" y="417766"/>
                  </a:lnTo>
                  <a:lnTo>
                    <a:pt x="668985" y="431076"/>
                  </a:lnTo>
                  <a:lnTo>
                    <a:pt x="642531" y="425119"/>
                  </a:lnTo>
                  <a:lnTo>
                    <a:pt x="624332" y="407974"/>
                  </a:lnTo>
                  <a:lnTo>
                    <a:pt x="613841" y="380707"/>
                  </a:lnTo>
                  <a:lnTo>
                    <a:pt x="610463" y="344398"/>
                  </a:lnTo>
                  <a:lnTo>
                    <a:pt x="610463" y="144449"/>
                  </a:lnTo>
                  <a:lnTo>
                    <a:pt x="494906" y="144449"/>
                  </a:lnTo>
                  <a:lnTo>
                    <a:pt x="494906" y="362623"/>
                  </a:lnTo>
                  <a:lnTo>
                    <a:pt x="501205" y="423557"/>
                  </a:lnTo>
                  <a:lnTo>
                    <a:pt x="519036" y="469226"/>
                  </a:lnTo>
                  <a:lnTo>
                    <a:pt x="546785" y="500634"/>
                  </a:lnTo>
                  <a:lnTo>
                    <a:pt x="582866" y="518756"/>
                  </a:lnTo>
                  <a:lnTo>
                    <a:pt x="625652" y="524573"/>
                  </a:lnTo>
                  <a:lnTo>
                    <a:pt x="670026" y="518274"/>
                  </a:lnTo>
                  <a:lnTo>
                    <a:pt x="703491" y="502716"/>
                  </a:lnTo>
                  <a:lnTo>
                    <a:pt x="727113" y="482879"/>
                  </a:lnTo>
                  <a:lnTo>
                    <a:pt x="741972" y="463753"/>
                  </a:lnTo>
                  <a:lnTo>
                    <a:pt x="744245" y="463753"/>
                  </a:lnTo>
                  <a:lnTo>
                    <a:pt x="749592" y="516191"/>
                  </a:lnTo>
                  <a:lnTo>
                    <a:pt x="849947" y="516191"/>
                  </a:lnTo>
                  <a:close/>
                </a:path>
                <a:path extrusionOk="0" h="525145" w="1618615">
                  <a:moveTo>
                    <a:pt x="1277759" y="326885"/>
                  </a:moveTo>
                  <a:lnTo>
                    <a:pt x="1273225" y="280898"/>
                  </a:lnTo>
                  <a:lnTo>
                    <a:pt x="1260055" y="239864"/>
                  </a:lnTo>
                  <a:lnTo>
                    <a:pt x="1247533" y="218948"/>
                  </a:lnTo>
                  <a:lnTo>
                    <a:pt x="1238923" y="204558"/>
                  </a:lnTo>
                  <a:lnTo>
                    <a:pt x="1210513" y="175742"/>
                  </a:lnTo>
                  <a:lnTo>
                    <a:pt x="1175537" y="154216"/>
                  </a:lnTo>
                  <a:lnTo>
                    <a:pt x="1157643" y="148323"/>
                  </a:lnTo>
                  <a:lnTo>
                    <a:pt x="1157643" y="329958"/>
                  </a:lnTo>
                  <a:lnTo>
                    <a:pt x="1152537" y="375627"/>
                  </a:lnTo>
                  <a:lnTo>
                    <a:pt x="1137881" y="410908"/>
                  </a:lnTo>
                  <a:lnTo>
                    <a:pt x="1114679" y="433641"/>
                  </a:lnTo>
                  <a:lnTo>
                    <a:pt x="1083906" y="441693"/>
                  </a:lnTo>
                  <a:lnTo>
                    <a:pt x="1083157" y="441693"/>
                  </a:lnTo>
                  <a:lnTo>
                    <a:pt x="1050861" y="433222"/>
                  </a:lnTo>
                  <a:lnTo>
                    <a:pt x="1027264" y="409867"/>
                  </a:lnTo>
                  <a:lnTo>
                    <a:pt x="1012799" y="374675"/>
                  </a:lnTo>
                  <a:lnTo>
                    <a:pt x="1007884" y="330708"/>
                  </a:lnTo>
                  <a:lnTo>
                    <a:pt x="1012063" y="289839"/>
                  </a:lnTo>
                  <a:lnTo>
                    <a:pt x="1025372" y="254025"/>
                  </a:lnTo>
                  <a:lnTo>
                    <a:pt x="1048931" y="228612"/>
                  </a:lnTo>
                  <a:lnTo>
                    <a:pt x="1083906" y="218948"/>
                  </a:lnTo>
                  <a:lnTo>
                    <a:pt x="1117574" y="228612"/>
                  </a:lnTo>
                  <a:lnTo>
                    <a:pt x="1140447" y="253936"/>
                  </a:lnTo>
                  <a:lnTo>
                    <a:pt x="1153502" y="289521"/>
                  </a:lnTo>
                  <a:lnTo>
                    <a:pt x="1157643" y="329958"/>
                  </a:lnTo>
                  <a:lnTo>
                    <a:pt x="1157643" y="148323"/>
                  </a:lnTo>
                  <a:lnTo>
                    <a:pt x="1134618" y="140728"/>
                  </a:lnTo>
                  <a:lnTo>
                    <a:pt x="1088466" y="136067"/>
                  </a:lnTo>
                  <a:lnTo>
                    <a:pt x="1039609" y="140665"/>
                  </a:lnTo>
                  <a:lnTo>
                    <a:pt x="996442" y="154089"/>
                  </a:lnTo>
                  <a:lnTo>
                    <a:pt x="959637" y="175755"/>
                  </a:lnTo>
                  <a:lnTo>
                    <a:pt x="929855" y="205041"/>
                  </a:lnTo>
                  <a:lnTo>
                    <a:pt x="907770" y="241401"/>
                  </a:lnTo>
                  <a:lnTo>
                    <a:pt x="894016" y="284226"/>
                  </a:lnTo>
                  <a:lnTo>
                    <a:pt x="889292" y="332955"/>
                  </a:lnTo>
                  <a:lnTo>
                    <a:pt x="894245" y="381393"/>
                  </a:lnTo>
                  <a:lnTo>
                    <a:pt x="908405" y="423481"/>
                  </a:lnTo>
                  <a:lnTo>
                    <a:pt x="930757" y="458812"/>
                  </a:lnTo>
                  <a:lnTo>
                    <a:pt x="960272" y="486994"/>
                  </a:lnTo>
                  <a:lnTo>
                    <a:pt x="995946" y="507606"/>
                  </a:lnTo>
                  <a:lnTo>
                    <a:pt x="1036726" y="520268"/>
                  </a:lnTo>
                  <a:lnTo>
                    <a:pt x="1081608" y="524573"/>
                  </a:lnTo>
                  <a:lnTo>
                    <a:pt x="1082382" y="524573"/>
                  </a:lnTo>
                  <a:lnTo>
                    <a:pt x="1124318" y="520725"/>
                  </a:lnTo>
                  <a:lnTo>
                    <a:pt x="1164336" y="509054"/>
                  </a:lnTo>
                  <a:lnTo>
                    <a:pt x="1200772" y="489381"/>
                  </a:lnTo>
                  <a:lnTo>
                    <a:pt x="1231976" y="461518"/>
                  </a:lnTo>
                  <a:lnTo>
                    <a:pt x="1245285" y="441693"/>
                  </a:lnTo>
                  <a:lnTo>
                    <a:pt x="1256322" y="425259"/>
                  </a:lnTo>
                  <a:lnTo>
                    <a:pt x="1272120" y="380453"/>
                  </a:lnTo>
                  <a:lnTo>
                    <a:pt x="1277759" y="326885"/>
                  </a:lnTo>
                  <a:close/>
                </a:path>
                <a:path extrusionOk="0" h="525145" w="1618615">
                  <a:moveTo>
                    <a:pt x="1618411" y="150533"/>
                  </a:moveTo>
                  <a:lnTo>
                    <a:pt x="1598650" y="144424"/>
                  </a:lnTo>
                  <a:lnTo>
                    <a:pt x="1576603" y="139865"/>
                  </a:lnTo>
                  <a:lnTo>
                    <a:pt x="1553413" y="137033"/>
                  </a:lnTo>
                  <a:lnTo>
                    <a:pt x="1530223" y="136055"/>
                  </a:lnTo>
                  <a:lnTo>
                    <a:pt x="1474876" y="141300"/>
                  </a:lnTo>
                  <a:lnTo>
                    <a:pt x="1427530" y="156235"/>
                  </a:lnTo>
                  <a:lnTo>
                    <a:pt x="1388376" y="179628"/>
                  </a:lnTo>
                  <a:lnTo>
                    <a:pt x="1357591" y="210299"/>
                  </a:lnTo>
                  <a:lnTo>
                    <a:pt x="1335366" y="247015"/>
                  </a:lnTo>
                  <a:lnTo>
                    <a:pt x="1321904" y="288569"/>
                  </a:lnTo>
                  <a:lnTo>
                    <a:pt x="1317371" y="333743"/>
                  </a:lnTo>
                  <a:lnTo>
                    <a:pt x="1321968" y="381190"/>
                  </a:lnTo>
                  <a:lnTo>
                    <a:pt x="1335392" y="422783"/>
                  </a:lnTo>
                  <a:lnTo>
                    <a:pt x="1357045" y="458012"/>
                  </a:lnTo>
                  <a:lnTo>
                    <a:pt x="1386344" y="486346"/>
                  </a:lnTo>
                  <a:lnTo>
                    <a:pt x="1422704" y="507225"/>
                  </a:lnTo>
                  <a:lnTo>
                    <a:pt x="1465541" y="520153"/>
                  </a:lnTo>
                  <a:lnTo>
                    <a:pt x="1514259" y="524573"/>
                  </a:lnTo>
                  <a:lnTo>
                    <a:pt x="1546148" y="523240"/>
                  </a:lnTo>
                  <a:lnTo>
                    <a:pt x="1599057" y="514007"/>
                  </a:lnTo>
                  <a:lnTo>
                    <a:pt x="1603971" y="421932"/>
                  </a:lnTo>
                  <a:lnTo>
                    <a:pt x="1590116" y="427050"/>
                  </a:lnTo>
                  <a:lnTo>
                    <a:pt x="1574609" y="430872"/>
                  </a:lnTo>
                  <a:lnTo>
                    <a:pt x="1557248" y="433273"/>
                  </a:lnTo>
                  <a:lnTo>
                    <a:pt x="1537817" y="434098"/>
                  </a:lnTo>
                  <a:lnTo>
                    <a:pt x="1498168" y="427329"/>
                  </a:lnTo>
                  <a:lnTo>
                    <a:pt x="1465795" y="407301"/>
                  </a:lnTo>
                  <a:lnTo>
                    <a:pt x="1443951" y="374446"/>
                  </a:lnTo>
                  <a:lnTo>
                    <a:pt x="1435938" y="329196"/>
                  </a:lnTo>
                  <a:lnTo>
                    <a:pt x="1442631" y="287261"/>
                  </a:lnTo>
                  <a:lnTo>
                    <a:pt x="1462659" y="254304"/>
                  </a:lnTo>
                  <a:lnTo>
                    <a:pt x="1494218" y="232752"/>
                  </a:lnTo>
                  <a:lnTo>
                    <a:pt x="1535557" y="225031"/>
                  </a:lnTo>
                  <a:lnTo>
                    <a:pt x="1556562" y="225958"/>
                  </a:lnTo>
                  <a:lnTo>
                    <a:pt x="1574152" y="228447"/>
                  </a:lnTo>
                  <a:lnTo>
                    <a:pt x="1588592" y="232092"/>
                  </a:lnTo>
                  <a:lnTo>
                    <a:pt x="1600174" y="236435"/>
                  </a:lnTo>
                  <a:lnTo>
                    <a:pt x="1618411" y="15053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" name="Google Shape;69;p19"/>
            <p:cNvSpPr/>
            <p:nvPr/>
          </p:nvSpPr>
          <p:spPr>
            <a:xfrm>
              <a:off x="10672317" y="5994129"/>
              <a:ext cx="388620" cy="482600"/>
            </a:xfrm>
            <a:custGeom>
              <a:rect b="b" l="l" r="r" t="t"/>
              <a:pathLst>
                <a:path extrusionOk="0" h="482600" w="388619">
                  <a:moveTo>
                    <a:pt x="388176" y="0"/>
                  </a:moveTo>
                  <a:lnTo>
                    <a:pt x="281090" y="0"/>
                  </a:lnTo>
                  <a:lnTo>
                    <a:pt x="281090" y="273331"/>
                  </a:lnTo>
                  <a:lnTo>
                    <a:pt x="275370" y="327965"/>
                  </a:lnTo>
                  <a:lnTo>
                    <a:pt x="258558" y="366414"/>
                  </a:lnTo>
                  <a:lnTo>
                    <a:pt x="231178" y="389143"/>
                  </a:lnTo>
                  <a:lnTo>
                    <a:pt x="193753" y="396616"/>
                  </a:lnTo>
                  <a:lnTo>
                    <a:pt x="157139" y="388845"/>
                  </a:lnTo>
                  <a:lnTo>
                    <a:pt x="130175" y="365621"/>
                  </a:lnTo>
                  <a:lnTo>
                    <a:pt x="113516" y="327072"/>
                  </a:lnTo>
                  <a:lnTo>
                    <a:pt x="107818" y="273331"/>
                  </a:lnTo>
                  <a:lnTo>
                    <a:pt x="107818" y="0"/>
                  </a:lnTo>
                  <a:lnTo>
                    <a:pt x="0" y="0"/>
                  </a:lnTo>
                  <a:lnTo>
                    <a:pt x="0" y="264892"/>
                  </a:lnTo>
                  <a:lnTo>
                    <a:pt x="4253" y="324651"/>
                  </a:lnTo>
                  <a:lnTo>
                    <a:pt x="16765" y="374300"/>
                  </a:lnTo>
                  <a:lnTo>
                    <a:pt x="37165" y="414172"/>
                  </a:lnTo>
                  <a:lnTo>
                    <a:pt x="65082" y="444602"/>
                  </a:lnTo>
                  <a:lnTo>
                    <a:pt x="100145" y="465925"/>
                  </a:lnTo>
                  <a:lnTo>
                    <a:pt x="141983" y="478473"/>
                  </a:lnTo>
                  <a:lnTo>
                    <a:pt x="190224" y="482582"/>
                  </a:lnTo>
                  <a:lnTo>
                    <a:pt x="240229" y="478290"/>
                  </a:lnTo>
                  <a:lnTo>
                    <a:pt x="283689" y="465335"/>
                  </a:lnTo>
                  <a:lnTo>
                    <a:pt x="320188" y="443592"/>
                  </a:lnTo>
                  <a:lnTo>
                    <a:pt x="349304" y="412939"/>
                  </a:lnTo>
                  <a:lnTo>
                    <a:pt x="370620" y="373254"/>
                  </a:lnTo>
                  <a:lnTo>
                    <a:pt x="383717" y="324414"/>
                  </a:lnTo>
                  <a:lnTo>
                    <a:pt x="388176" y="266295"/>
                  </a:lnTo>
                  <a:lnTo>
                    <a:pt x="38817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0" name="Google Shape;70;p19"/>
            <p:cNvGrpSpPr/>
            <p:nvPr/>
          </p:nvGrpSpPr>
          <p:grpSpPr>
            <a:xfrm>
              <a:off x="11114331" y="5879067"/>
              <a:ext cx="445703" cy="598161"/>
              <a:chOff x="18406074" y="10234089"/>
              <a:chExt cx="445703" cy="598161"/>
            </a:xfrm>
          </p:grpSpPr>
          <p:sp>
            <p:nvSpPr>
              <p:cNvPr id="71" name="Google Shape;71;p19"/>
              <p:cNvSpPr/>
              <p:nvPr/>
            </p:nvSpPr>
            <p:spPr>
              <a:xfrm>
                <a:off x="18406074" y="10341395"/>
                <a:ext cx="376555" cy="490855"/>
              </a:xfrm>
              <a:custGeom>
                <a:rect b="b" l="l" r="r" t="t"/>
                <a:pathLst>
                  <a:path extrusionOk="0" h="490854" w="376555">
                    <a:moveTo>
                      <a:pt x="259248" y="0"/>
                    </a:moveTo>
                    <a:lnTo>
                      <a:pt x="212510" y="3315"/>
                    </a:lnTo>
                    <a:lnTo>
                      <a:pt x="168577" y="13160"/>
                    </a:lnTo>
                    <a:lnTo>
                      <a:pt x="128168" y="29385"/>
                    </a:lnTo>
                    <a:lnTo>
                      <a:pt x="92002" y="51838"/>
                    </a:lnTo>
                    <a:lnTo>
                      <a:pt x="60799" y="80367"/>
                    </a:lnTo>
                    <a:lnTo>
                      <a:pt x="35278" y="114822"/>
                    </a:lnTo>
                    <a:lnTo>
                      <a:pt x="16158" y="155053"/>
                    </a:lnTo>
                    <a:lnTo>
                      <a:pt x="4159" y="200906"/>
                    </a:lnTo>
                    <a:lnTo>
                      <a:pt x="0" y="252233"/>
                    </a:lnTo>
                    <a:lnTo>
                      <a:pt x="3124" y="296015"/>
                    </a:lnTo>
                    <a:lnTo>
                      <a:pt x="12470" y="336820"/>
                    </a:lnTo>
                    <a:lnTo>
                      <a:pt x="27997" y="374067"/>
                    </a:lnTo>
                    <a:lnTo>
                      <a:pt x="49665" y="407177"/>
                    </a:lnTo>
                    <a:lnTo>
                      <a:pt x="77432" y="435568"/>
                    </a:lnTo>
                    <a:lnTo>
                      <a:pt x="111258" y="458660"/>
                    </a:lnTo>
                    <a:lnTo>
                      <a:pt x="151102" y="475874"/>
                    </a:lnTo>
                    <a:lnTo>
                      <a:pt x="196924" y="486627"/>
                    </a:lnTo>
                    <a:lnTo>
                      <a:pt x="248683" y="490341"/>
                    </a:lnTo>
                    <a:lnTo>
                      <a:pt x="289323" y="488424"/>
                    </a:lnTo>
                    <a:lnTo>
                      <a:pt x="323888" y="483469"/>
                    </a:lnTo>
                    <a:lnTo>
                      <a:pt x="351317" y="476664"/>
                    </a:lnTo>
                    <a:lnTo>
                      <a:pt x="370554" y="469200"/>
                    </a:lnTo>
                    <a:lnTo>
                      <a:pt x="354355" y="385380"/>
                    </a:lnTo>
                    <a:lnTo>
                      <a:pt x="336022" y="391357"/>
                    </a:lnTo>
                    <a:lnTo>
                      <a:pt x="313851" y="396278"/>
                    </a:lnTo>
                    <a:lnTo>
                      <a:pt x="289564" y="399616"/>
                    </a:lnTo>
                    <a:lnTo>
                      <a:pt x="264881" y="400846"/>
                    </a:lnTo>
                    <a:lnTo>
                      <a:pt x="212272" y="393858"/>
                    </a:lnTo>
                    <a:lnTo>
                      <a:pt x="169943" y="373685"/>
                    </a:lnTo>
                    <a:lnTo>
                      <a:pt x="138704" y="341508"/>
                    </a:lnTo>
                    <a:lnTo>
                      <a:pt x="119366" y="298511"/>
                    </a:lnTo>
                    <a:lnTo>
                      <a:pt x="112740" y="245877"/>
                    </a:lnTo>
                    <a:lnTo>
                      <a:pt x="120306" y="188964"/>
                    </a:lnTo>
                    <a:lnTo>
                      <a:pt x="141498" y="144930"/>
                    </a:lnTo>
                    <a:lnTo>
                      <a:pt x="174052" y="113642"/>
                    </a:lnTo>
                    <a:lnTo>
                      <a:pt x="215707" y="94967"/>
                    </a:lnTo>
                    <a:lnTo>
                      <a:pt x="264201" y="88772"/>
                    </a:lnTo>
                    <a:lnTo>
                      <a:pt x="291260" y="90238"/>
                    </a:lnTo>
                    <a:lnTo>
                      <a:pt x="315349" y="94150"/>
                    </a:lnTo>
                    <a:lnTo>
                      <a:pt x="336402" y="99775"/>
                    </a:lnTo>
                    <a:lnTo>
                      <a:pt x="354355" y="106384"/>
                    </a:lnTo>
                    <a:lnTo>
                      <a:pt x="376208" y="21161"/>
                    </a:lnTo>
                    <a:lnTo>
                      <a:pt x="357739" y="13689"/>
                    </a:lnTo>
                    <a:lnTo>
                      <a:pt x="331471" y="6878"/>
                    </a:lnTo>
                    <a:lnTo>
                      <a:pt x="298332" y="1917"/>
                    </a:lnTo>
                    <a:lnTo>
                      <a:pt x="259248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72" name="Google Shape;72;p19"/>
              <p:cNvPicPr preferRelativeResize="0"/>
              <p:nvPr/>
            </p:nvPicPr>
            <p:blipFill rotWithShape="1">
              <a:blip r:embed="rId2">
                <a:alphaModFix/>
              </a:blip>
              <a:srcRect b="0" l="0" r="0" t="0"/>
              <a:stretch/>
            </p:blipFill>
            <p:spPr>
              <a:xfrm>
                <a:off x="18739823" y="10234089"/>
                <a:ext cx="111954" cy="11194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73" name="Google Shape;7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7592" y="2244940"/>
            <a:ext cx="119084" cy="42274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 interior 3">
  <p:cSld name="PORTADA interior 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/>
          <p:nvPr/>
        </p:nvSpPr>
        <p:spPr>
          <a:xfrm>
            <a:off x="7765159" y="2143668"/>
            <a:ext cx="3936955" cy="2845428"/>
          </a:xfrm>
          <a:prstGeom prst="rect">
            <a:avLst/>
          </a:prstGeom>
          <a:solidFill>
            <a:srgbClr val="FFFFFF">
              <a:alpha val="3098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20"/>
          <p:cNvSpPr/>
          <p:nvPr/>
        </p:nvSpPr>
        <p:spPr>
          <a:xfrm>
            <a:off x="7765160" y="2143669"/>
            <a:ext cx="342858" cy="342858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20"/>
          <p:cNvSpPr txBox="1"/>
          <p:nvPr>
            <p:ph type="title"/>
          </p:nvPr>
        </p:nvSpPr>
        <p:spPr>
          <a:xfrm>
            <a:off x="8458521" y="2752716"/>
            <a:ext cx="2805775" cy="1627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b="1"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/>
          <p:nvPr/>
        </p:nvSpPr>
        <p:spPr>
          <a:xfrm>
            <a:off x="0" y="2695073"/>
            <a:ext cx="1459832" cy="1467854"/>
          </a:xfrm>
          <a:prstGeom prst="rect">
            <a:avLst/>
          </a:prstGeom>
          <a:solidFill>
            <a:srgbClr val="4E7CD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20"/>
          <p:cNvSpPr txBox="1"/>
          <p:nvPr/>
        </p:nvSpPr>
        <p:spPr>
          <a:xfrm>
            <a:off x="-1" y="2752716"/>
            <a:ext cx="1459833" cy="1377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Arial"/>
              <a:buNone/>
            </a:pPr>
            <a:r>
              <a:rPr b="1" lang="es-CL" sz="8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1" sz="8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PA FINAL">
  <p:cSld name="TAPA FINAL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2" name="Google Shape;82;p21"/>
          <p:cNvGrpSpPr/>
          <p:nvPr/>
        </p:nvGrpSpPr>
        <p:grpSpPr>
          <a:xfrm>
            <a:off x="2569595" y="5445627"/>
            <a:ext cx="7052811" cy="563479"/>
            <a:chOff x="1569453" y="5445627"/>
            <a:chExt cx="7052811" cy="563479"/>
          </a:xfrm>
        </p:grpSpPr>
        <p:pic>
          <p:nvPicPr>
            <p:cNvPr id="83" name="Google Shape;8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3569736" y="5445627"/>
              <a:ext cx="5052528" cy="5634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4" name="Google Shape;8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569453" y="5505450"/>
              <a:ext cx="1331493" cy="443831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5" name="Google Shape;85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97179" y="2291644"/>
            <a:ext cx="3997641" cy="12969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0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/>
          <p:nvPr>
            <p:ph type="title"/>
          </p:nvPr>
        </p:nvSpPr>
        <p:spPr>
          <a:xfrm>
            <a:off x="6915809" y="2601411"/>
            <a:ext cx="4377817" cy="13060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None/>
            </a:pPr>
            <a:r>
              <a:rPr lang="es-CL"/>
              <a:t>Analista Programador</a:t>
            </a:r>
            <a:r>
              <a:rPr lang="es-CL">
                <a:latin typeface="Arial"/>
                <a:ea typeface="Arial"/>
                <a:cs typeface="Arial"/>
                <a:sym typeface="Arial"/>
              </a:rPr>
              <a:t>:</a:t>
            </a:r>
            <a:br>
              <a:rPr lang="es-CL"/>
            </a:br>
            <a:endParaRPr/>
          </a:p>
        </p:txBody>
      </p:sp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6937285" y="4305507"/>
            <a:ext cx="4356341" cy="3323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28594" lvl="0" marL="228594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</a:pPr>
            <a:r>
              <a:rPr lang="es-CL"/>
              <a:t>Golden Burger</a:t>
            </a:r>
            <a:endParaRPr/>
          </a:p>
        </p:txBody>
      </p:sp>
      <p:sp>
        <p:nvSpPr>
          <p:cNvPr id="92" name="Google Shape;92;p1"/>
          <p:cNvSpPr txBox="1"/>
          <p:nvPr>
            <p:ph idx="1" type="subTitle"/>
          </p:nvPr>
        </p:nvSpPr>
        <p:spPr>
          <a:xfrm>
            <a:off x="7052785" y="4954507"/>
            <a:ext cx="4356300" cy="94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700"/>
              <a:t>Integrantes del grupo 8:</a:t>
            </a:r>
            <a:endParaRPr sz="170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700"/>
              <a:t>Sofia Gomez</a:t>
            </a:r>
            <a:endParaRPr sz="170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700"/>
              <a:t>Leonardo Salgado</a:t>
            </a:r>
            <a:endParaRPr sz="170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700"/>
              <a:t>Oriana Solorzano</a:t>
            </a:r>
            <a:endParaRPr sz="1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>
            <p:ph idx="1" type="body"/>
          </p:nvPr>
        </p:nvSpPr>
        <p:spPr>
          <a:xfrm>
            <a:off x="654685" y="551041"/>
            <a:ext cx="4916775" cy="469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7965" lvl="0" marL="227965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s-CL">
                <a:latin typeface="Arial"/>
                <a:ea typeface="Arial"/>
                <a:cs typeface="Arial"/>
                <a:sym typeface="Arial"/>
              </a:rPr>
              <a:t>Indice/agenda</a:t>
            </a:r>
            <a:endParaRPr/>
          </a:p>
        </p:txBody>
      </p:sp>
      <p:sp>
        <p:nvSpPr>
          <p:cNvPr id="98" name="Google Shape;98;p2"/>
          <p:cNvSpPr txBox="1"/>
          <p:nvPr>
            <p:ph idx="2" type="body"/>
          </p:nvPr>
        </p:nvSpPr>
        <p:spPr>
          <a:xfrm>
            <a:off x="640725" y="1137576"/>
            <a:ext cx="6555900" cy="402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227965" lvl="0" marL="227965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s-CL" sz="2800"/>
              <a:t>1</a:t>
            </a:r>
            <a:r>
              <a:rPr lang="es-CL" sz="2800">
                <a:latin typeface="Arial"/>
                <a:ea typeface="Arial"/>
                <a:cs typeface="Arial"/>
                <a:sym typeface="Arial"/>
              </a:rPr>
              <a:t>. Descripción del proyecto.</a:t>
            </a:r>
            <a:endParaRPr/>
          </a:p>
          <a:p>
            <a:pPr indent="-227965" lvl="0" marL="227965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s-CL" sz="2800"/>
              <a:t>2</a:t>
            </a:r>
            <a:r>
              <a:rPr lang="es-CL" sz="2800">
                <a:latin typeface="Arial"/>
                <a:ea typeface="Arial"/>
                <a:cs typeface="Arial"/>
                <a:sym typeface="Arial"/>
              </a:rPr>
              <a:t>. Contexto del proyecto.</a:t>
            </a:r>
            <a:endParaRPr/>
          </a:p>
          <a:p>
            <a:pPr indent="-227965" lvl="0" marL="227965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s-CL" sz="2800"/>
              <a:t>3</a:t>
            </a:r>
            <a:r>
              <a:rPr lang="es-CL" sz="2800">
                <a:latin typeface="Arial"/>
                <a:ea typeface="Arial"/>
                <a:cs typeface="Arial"/>
                <a:sym typeface="Arial"/>
              </a:rPr>
              <a:t>. Metodología.</a:t>
            </a:r>
            <a:endParaRPr sz="2800">
              <a:latin typeface="Arial"/>
              <a:ea typeface="Arial"/>
              <a:cs typeface="Arial"/>
              <a:sym typeface="Arial"/>
            </a:endParaRPr>
          </a:p>
          <a:p>
            <a:pPr indent="-227965" lvl="0" marL="227965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es-CL" sz="2800"/>
              <a:t>4. Tiempo asociado.</a:t>
            </a:r>
            <a:endParaRPr sz="2800"/>
          </a:p>
          <a:p>
            <a:pPr indent="-227965" lvl="0" marL="227965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s-CL" sz="2800"/>
              <a:t>5</a:t>
            </a:r>
            <a:r>
              <a:rPr lang="es-CL" sz="2800">
                <a:latin typeface="Arial"/>
                <a:ea typeface="Arial"/>
                <a:cs typeface="Arial"/>
                <a:sym typeface="Arial"/>
              </a:rPr>
              <a:t>. Descripción técnica de la solución.</a:t>
            </a:r>
            <a:endParaRPr/>
          </a:p>
          <a:p>
            <a:pPr indent="-227965" lvl="0" marL="227965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s-CL" sz="2800"/>
              <a:t>6</a:t>
            </a:r>
            <a:r>
              <a:rPr lang="es-CL" sz="2800">
                <a:latin typeface="Arial"/>
                <a:ea typeface="Arial"/>
                <a:cs typeface="Arial"/>
                <a:sym typeface="Arial"/>
              </a:rPr>
              <a:t>. Documentación.</a:t>
            </a:r>
            <a:endParaRPr sz="2800">
              <a:latin typeface="Arial"/>
              <a:ea typeface="Arial"/>
              <a:cs typeface="Arial"/>
              <a:sym typeface="Arial"/>
            </a:endParaRPr>
          </a:p>
          <a:p>
            <a:pPr indent="-227965" lvl="0" marL="227965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</a:pPr>
            <a:r>
              <a:rPr lang="es-CL" sz="2800"/>
              <a:t>7. Reflexión y conclusiones.</a:t>
            </a:r>
            <a:endParaRPr sz="2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"/>
          <p:cNvSpPr txBox="1"/>
          <p:nvPr>
            <p:ph type="title"/>
          </p:nvPr>
        </p:nvSpPr>
        <p:spPr>
          <a:xfrm>
            <a:off x="8458521" y="2752716"/>
            <a:ext cx="2805775" cy="1627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228594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lang="es-CL" sz="2800"/>
              <a:t>Descripción del proyecto</a:t>
            </a:r>
            <a:endParaRPr/>
          </a:p>
        </p:txBody>
      </p:sp>
      <p:grpSp>
        <p:nvGrpSpPr>
          <p:cNvPr id="104" name="Google Shape;104;p3"/>
          <p:cNvGrpSpPr/>
          <p:nvPr/>
        </p:nvGrpSpPr>
        <p:grpSpPr>
          <a:xfrm>
            <a:off x="12750" y="2695950"/>
            <a:ext cx="1460400" cy="1466100"/>
            <a:chOff x="12750" y="2695950"/>
            <a:chExt cx="1460400" cy="1466100"/>
          </a:xfrm>
        </p:grpSpPr>
        <p:sp>
          <p:nvSpPr>
            <p:cNvPr id="105" name="Google Shape;105;p3"/>
            <p:cNvSpPr/>
            <p:nvPr/>
          </p:nvSpPr>
          <p:spPr>
            <a:xfrm>
              <a:off x="12750" y="2695950"/>
              <a:ext cx="1460400" cy="1466100"/>
            </a:xfrm>
            <a:prstGeom prst="rect">
              <a:avLst/>
            </a:prstGeom>
            <a:solidFill>
              <a:srgbClr val="6D9EEB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" name="Google Shape;106;p3"/>
            <p:cNvSpPr txBox="1"/>
            <p:nvPr/>
          </p:nvSpPr>
          <p:spPr>
            <a:xfrm>
              <a:off x="81600" y="2772000"/>
              <a:ext cx="1322700" cy="131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CL" sz="8600">
                  <a:solidFill>
                    <a:schemeClr val="lt1"/>
                  </a:solidFill>
                </a:rPr>
                <a:t>1</a:t>
              </a:r>
              <a:endParaRPr b="1" sz="8600"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"/>
          <p:cNvSpPr txBox="1"/>
          <p:nvPr>
            <p:ph idx="1" type="body"/>
          </p:nvPr>
        </p:nvSpPr>
        <p:spPr>
          <a:xfrm>
            <a:off x="654685" y="551041"/>
            <a:ext cx="4916775" cy="469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lang="es-CL" sz="2800"/>
              <a:t>Descripción del proyecto</a:t>
            </a:r>
            <a:endParaRPr b="0" sz="2800"/>
          </a:p>
        </p:txBody>
      </p:sp>
      <p:sp>
        <p:nvSpPr>
          <p:cNvPr id="112" name="Google Shape;112;p4"/>
          <p:cNvSpPr txBox="1"/>
          <p:nvPr>
            <p:ph idx="2" type="body"/>
          </p:nvPr>
        </p:nvSpPr>
        <p:spPr>
          <a:xfrm>
            <a:off x="654680" y="1199703"/>
            <a:ext cx="9905700" cy="50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900"/>
              <a:t>Problema detectado:</a:t>
            </a:r>
            <a:r>
              <a:rPr lang="es-CL" sz="1900"/>
              <a:t> Falta de canal de ventas propio; gestión desintegrada de la empresa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900"/>
              <a:t>Objetivo general:</a:t>
            </a:r>
            <a:r>
              <a:rPr lang="es-CL" sz="1900"/>
              <a:t> Crear un software para gestionar ventas online, trabajadores, contabilidad y stock en un solo lugar de forma amigable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b="1" lang="es-CL" sz="1900"/>
              <a:t>Alcance:</a:t>
            </a:r>
            <a:r>
              <a:rPr lang="es-CL" sz="1900"/>
              <a:t> Venta online, gestión de turnos, control de stock, estados de ventas y pagos, no incluye pago de impuestos.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b="1" lang="es-CL" sz="1900"/>
              <a:t>Objetivos específicos:</a:t>
            </a:r>
            <a:endParaRPr b="1" sz="1900"/>
          </a:p>
          <a:p>
            <a:pPr indent="-3492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s-CL" sz="1900"/>
              <a:t>Disponer de canal propio de ventas, evitando comisiones a terceros</a:t>
            </a:r>
            <a:endParaRPr sz="1900"/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s-CL" sz="1900"/>
              <a:t>Simplificar la contabilidad de la empresa</a:t>
            </a:r>
            <a:endParaRPr sz="1900"/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s-CL" sz="1900"/>
              <a:t>Simplificar la gestión del personal</a:t>
            </a:r>
            <a:endParaRPr sz="1900"/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s-CL" sz="1900"/>
              <a:t>Mejorar la experiencia del cliente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900"/>
          </a:p>
          <a:p>
            <a:pPr indent="0" lvl="0" marL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"/>
          <p:cNvSpPr txBox="1"/>
          <p:nvPr>
            <p:ph type="title"/>
          </p:nvPr>
        </p:nvSpPr>
        <p:spPr>
          <a:xfrm>
            <a:off x="8458521" y="2752716"/>
            <a:ext cx="2805775" cy="1627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228594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lang="es-CL" sz="2800"/>
              <a:t>Contexto del proyecto</a:t>
            </a:r>
            <a:endParaRPr/>
          </a:p>
        </p:txBody>
      </p:sp>
      <p:grpSp>
        <p:nvGrpSpPr>
          <p:cNvPr id="118" name="Google Shape;118;p5"/>
          <p:cNvGrpSpPr/>
          <p:nvPr/>
        </p:nvGrpSpPr>
        <p:grpSpPr>
          <a:xfrm>
            <a:off x="12750" y="2695950"/>
            <a:ext cx="1460400" cy="1466100"/>
            <a:chOff x="12750" y="2695950"/>
            <a:chExt cx="1460400" cy="1466100"/>
          </a:xfrm>
        </p:grpSpPr>
        <p:sp>
          <p:nvSpPr>
            <p:cNvPr id="119" name="Google Shape;119;p5"/>
            <p:cNvSpPr/>
            <p:nvPr/>
          </p:nvSpPr>
          <p:spPr>
            <a:xfrm>
              <a:off x="12750" y="2695950"/>
              <a:ext cx="1460400" cy="1466100"/>
            </a:xfrm>
            <a:prstGeom prst="rect">
              <a:avLst/>
            </a:prstGeom>
            <a:solidFill>
              <a:srgbClr val="6D9EEB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5"/>
            <p:cNvSpPr txBox="1"/>
            <p:nvPr/>
          </p:nvSpPr>
          <p:spPr>
            <a:xfrm>
              <a:off x="81600" y="2772000"/>
              <a:ext cx="1322700" cy="131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CL" sz="8600">
                  <a:solidFill>
                    <a:schemeClr val="lt1"/>
                  </a:solidFill>
                </a:rPr>
                <a:t>2</a:t>
              </a:r>
              <a:endParaRPr b="1" sz="8600"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/>
        </p:nvSpPr>
        <p:spPr>
          <a:xfrm>
            <a:off x="1338350" y="1425325"/>
            <a:ext cx="2851200" cy="17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228594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s-CL" sz="2800">
                <a:solidFill>
                  <a:schemeClr val="dk1"/>
                </a:solidFill>
              </a:rPr>
              <a:t>Contexto del proyecto</a:t>
            </a:r>
            <a:endParaRPr sz="2800">
              <a:solidFill>
                <a:schemeClr val="dk1"/>
              </a:solidFill>
            </a:endParaRPr>
          </a:p>
        </p:txBody>
      </p:sp>
      <p:sp>
        <p:nvSpPr>
          <p:cNvPr id="126" name="Google Shape;126;p6"/>
          <p:cNvSpPr txBox="1"/>
          <p:nvPr/>
        </p:nvSpPr>
        <p:spPr>
          <a:xfrm>
            <a:off x="4831500" y="347475"/>
            <a:ext cx="6998700" cy="52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700">
                <a:solidFill>
                  <a:schemeClr val="dk1"/>
                </a:solidFill>
              </a:rPr>
              <a:t>Antecedentes y motivación</a:t>
            </a:r>
            <a:r>
              <a:rPr lang="es-CL" sz="1700">
                <a:solidFill>
                  <a:schemeClr val="dk1"/>
                </a:solidFill>
              </a:rPr>
              <a:t> Golden Burger carece de plataforma digital propia y depende de apps de delivery (Rappi, PedidosYa, Uber Eats) con comisiones de entre 15% y 35% por pedido, perdiendo control sobre la experiencia del cliente y los datos de compra.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700">
                <a:solidFill>
                  <a:schemeClr val="dk1"/>
                </a:solidFill>
              </a:rPr>
              <a:t>Público objetivo</a:t>
            </a:r>
            <a:endParaRPr b="1"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b="1" lang="es-CL" sz="1700">
                <a:solidFill>
                  <a:schemeClr val="dk1"/>
                </a:solidFill>
              </a:rPr>
              <a:t>Clientes finales:</a:t>
            </a:r>
            <a:r>
              <a:rPr lang="es-CL" sz="1700">
                <a:solidFill>
                  <a:schemeClr val="dk1"/>
                </a:solidFill>
              </a:rPr>
              <a:t> personas de 18-45 años, habituadas a plataformas digitales, que buscan pedidos rápidos y promociones personalizadas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b="1" lang="es-CL" sz="1700">
                <a:solidFill>
                  <a:schemeClr val="dk1"/>
                </a:solidFill>
              </a:rPr>
              <a:t>Personal interno:</a:t>
            </a:r>
            <a:r>
              <a:rPr lang="es-CL" sz="1700">
                <a:solidFill>
                  <a:schemeClr val="dk1"/>
                </a:solidFill>
              </a:rPr>
              <a:t> administradores, cajeros, cocineros y encargados de turno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700">
                <a:solidFill>
                  <a:schemeClr val="dk1"/>
                </a:solidFill>
              </a:rPr>
              <a:t>Problema a resolver</a:t>
            </a:r>
            <a:endParaRPr b="1"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s-CL" sz="1700">
                <a:solidFill>
                  <a:schemeClr val="dk1"/>
                </a:solidFill>
              </a:rPr>
              <a:t>Sin ventas online directas ni integración con apps de delivery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s-CL" sz="1700">
                <a:solidFill>
                  <a:schemeClr val="dk1"/>
                </a:solidFill>
              </a:rPr>
              <a:t>Gestión interna manual: stock, turnos, caja y contabilidad desconectados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s-CL" sz="1700">
                <a:solidFill>
                  <a:schemeClr val="dk1"/>
                </a:solidFill>
              </a:rPr>
              <a:t>Sin datos propios para fidelización ni marketing directo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458521" y="2752716"/>
            <a:ext cx="2805775" cy="1627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lang="es-CL" sz="2800"/>
              <a:t>Metodología</a:t>
            </a:r>
            <a:endParaRPr b="0" sz="14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</a:pPr>
            <a:r>
              <a:t/>
            </a:r>
            <a:endParaRPr i="1"/>
          </a:p>
        </p:txBody>
      </p:sp>
      <p:grpSp>
        <p:nvGrpSpPr>
          <p:cNvPr id="132" name="Google Shape;132;p7"/>
          <p:cNvGrpSpPr/>
          <p:nvPr/>
        </p:nvGrpSpPr>
        <p:grpSpPr>
          <a:xfrm>
            <a:off x="12750" y="2695950"/>
            <a:ext cx="1460400" cy="1466100"/>
            <a:chOff x="12750" y="2695950"/>
            <a:chExt cx="1460400" cy="1466100"/>
          </a:xfrm>
        </p:grpSpPr>
        <p:sp>
          <p:nvSpPr>
            <p:cNvPr id="133" name="Google Shape;133;p7"/>
            <p:cNvSpPr/>
            <p:nvPr/>
          </p:nvSpPr>
          <p:spPr>
            <a:xfrm>
              <a:off x="12750" y="2695950"/>
              <a:ext cx="1460400" cy="1466100"/>
            </a:xfrm>
            <a:prstGeom prst="rect">
              <a:avLst/>
            </a:prstGeom>
            <a:solidFill>
              <a:srgbClr val="6D9EEB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7"/>
            <p:cNvSpPr txBox="1"/>
            <p:nvPr/>
          </p:nvSpPr>
          <p:spPr>
            <a:xfrm>
              <a:off x="81600" y="2772000"/>
              <a:ext cx="1322700" cy="131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CL" sz="8600">
                  <a:solidFill>
                    <a:schemeClr val="lt1"/>
                  </a:solidFill>
                </a:rPr>
                <a:t>3</a:t>
              </a:r>
              <a:endParaRPr b="1" sz="8600"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8"/>
          <p:cNvSpPr txBox="1"/>
          <p:nvPr>
            <p:ph idx="1" type="body"/>
          </p:nvPr>
        </p:nvSpPr>
        <p:spPr>
          <a:xfrm>
            <a:off x="6510853" y="405838"/>
            <a:ext cx="4916775" cy="469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1000"/>
              </a:spcBef>
              <a:spcAft>
                <a:spcPts val="0"/>
              </a:spcAft>
              <a:buNone/>
            </a:pPr>
            <a:r>
              <a:rPr b="0" lang="es-CL" sz="2800"/>
              <a:t>Metodología</a:t>
            </a:r>
            <a:endParaRPr b="0" sz="1400"/>
          </a:p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</p:txBody>
      </p:sp>
      <p:sp>
        <p:nvSpPr>
          <p:cNvPr id="140" name="Google Shape;140;p8"/>
          <p:cNvSpPr txBox="1"/>
          <p:nvPr>
            <p:ph idx="2" type="body"/>
          </p:nvPr>
        </p:nvSpPr>
        <p:spPr>
          <a:xfrm>
            <a:off x="2368525" y="4379075"/>
            <a:ext cx="9059100" cy="98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/>
              <a:t>Se ha seleccionado el marco de trabajo </a:t>
            </a:r>
            <a:r>
              <a:rPr b="1" lang="es-CL"/>
              <a:t>SCRUM</a:t>
            </a:r>
            <a:r>
              <a:rPr lang="es-CL"/>
              <a:t> debido a su enfoque en el desarrollo incremental y su capacidad de adaptación. A través de la organización en </a:t>
            </a:r>
            <a:r>
              <a:rPr b="1" lang="es-CL"/>
              <a:t>Sprints</a:t>
            </a:r>
            <a:r>
              <a:rPr lang="es-CL"/>
              <a:t> y una estructura clara de roles, el equipo garantiza una entrega de valor continua, permitiendo realizar ajustes basados en el feedback constante y asegurar la calidad del producto final</a:t>
            </a:r>
            <a:endParaRPr/>
          </a:p>
        </p:txBody>
      </p:sp>
      <p:graphicFrame>
        <p:nvGraphicFramePr>
          <p:cNvPr id="141" name="Google Shape;141;p8"/>
          <p:cNvGraphicFramePr/>
          <p:nvPr/>
        </p:nvGraphicFramePr>
        <p:xfrm>
          <a:off x="2410125" y="11809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{B3C27986-58F8-4543-9804-BDDE433D57B7}</a:tableStyleId>
              </a:tblPr>
              <a:tblGrid>
                <a:gridCol w="1459200"/>
                <a:gridCol w="4499200"/>
                <a:gridCol w="3100800"/>
              </a:tblGrid>
              <a:tr h="777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s-CL" sz="1000">
                          <a:solidFill>
                            <a:srgbClr val="1F4E7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Método</a:t>
                      </a:r>
                      <a:endParaRPr i="1" sz="1000">
                        <a:solidFill>
                          <a:srgbClr val="1F4E7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>
                    <a:solidFill>
                      <a:srgbClr val="DEEB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s-CL" sz="1000">
                          <a:solidFill>
                            <a:srgbClr val="1F4E7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Ventajas</a:t>
                      </a:r>
                      <a:endParaRPr i="1" sz="1000">
                        <a:solidFill>
                          <a:srgbClr val="1F4E7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DEEBF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s-CL" sz="1000">
                          <a:solidFill>
                            <a:srgbClr val="1F4E7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Desventajas</a:t>
                      </a:r>
                      <a:endParaRPr i="1" sz="1000">
                        <a:solidFill>
                          <a:srgbClr val="1F4E7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>
                    <a:solidFill>
                      <a:srgbClr val="DEEBF6"/>
                    </a:solidFill>
                  </a:tcPr>
                </a:tc>
              </a:tr>
              <a:tr h="894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s-CL" sz="1000">
                          <a:solidFill>
                            <a:srgbClr val="548DD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Scrum</a:t>
                      </a:r>
                      <a:endParaRPr i="1" sz="1000">
                        <a:solidFill>
                          <a:srgbClr val="548DD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s-CL" sz="1000">
                          <a:solidFill>
                            <a:srgbClr val="548DD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Comunicación continua entre el equipo de desarrollo y el cliente.</a:t>
                      </a:r>
                      <a:endParaRPr i="1" sz="1000">
                        <a:solidFill>
                          <a:srgbClr val="548DD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s-CL" sz="1000">
                          <a:solidFill>
                            <a:srgbClr val="548DD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 requiere de personal capacitado en SCRUM, puede incurrir desorden si es mal manejado.</a:t>
                      </a:r>
                      <a:endParaRPr i="1" sz="1000">
                        <a:solidFill>
                          <a:srgbClr val="548DD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</a:tr>
              <a:tr h="6611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s-CL" sz="1000">
                          <a:solidFill>
                            <a:srgbClr val="548DD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Cascada</a:t>
                      </a:r>
                      <a:endParaRPr i="1" sz="1000">
                        <a:solidFill>
                          <a:srgbClr val="548DD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s-CL" sz="1000">
                          <a:solidFill>
                            <a:srgbClr val="548DD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Organización estructurada y simple.</a:t>
                      </a:r>
                      <a:endParaRPr i="1" sz="1000">
                        <a:solidFill>
                          <a:srgbClr val="548DD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s-CL" sz="1000">
                          <a:solidFill>
                            <a:srgbClr val="548DD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Poco feedback del cliente en el proceso de desarrollo.</a:t>
                      </a:r>
                      <a:endParaRPr i="1" sz="1000">
                        <a:solidFill>
                          <a:srgbClr val="548DD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</a:tr>
              <a:tr h="4278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s-CL" sz="1000">
                          <a:solidFill>
                            <a:srgbClr val="548DD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Kanban</a:t>
                      </a:r>
                      <a:endParaRPr i="1" sz="1000">
                        <a:solidFill>
                          <a:srgbClr val="548DD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s-CL" sz="1000">
                          <a:solidFill>
                            <a:srgbClr val="548DD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Visibilidad clara de las tareas a realizar.</a:t>
                      </a:r>
                      <a:endParaRPr i="1" sz="1000">
                        <a:solidFill>
                          <a:srgbClr val="548DD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s-CL" sz="1000">
                          <a:solidFill>
                            <a:srgbClr val="548DD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Cuellos de botella.</a:t>
                      </a:r>
                      <a:endParaRPr i="1" sz="1000">
                        <a:solidFill>
                          <a:srgbClr val="548DD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969d9e60a4_0_0"/>
          <p:cNvSpPr txBox="1"/>
          <p:nvPr>
            <p:ph type="title"/>
          </p:nvPr>
        </p:nvSpPr>
        <p:spPr>
          <a:xfrm>
            <a:off x="8458521" y="2752716"/>
            <a:ext cx="2805900" cy="162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228594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lang="es-CL" sz="2800"/>
              <a:t>Tiempo asociado</a:t>
            </a:r>
            <a:endParaRPr/>
          </a:p>
        </p:txBody>
      </p:sp>
      <p:grpSp>
        <p:nvGrpSpPr>
          <p:cNvPr id="147" name="Google Shape;147;g3969d9e60a4_0_0"/>
          <p:cNvGrpSpPr/>
          <p:nvPr/>
        </p:nvGrpSpPr>
        <p:grpSpPr>
          <a:xfrm>
            <a:off x="12750" y="2695950"/>
            <a:ext cx="1460400" cy="1466100"/>
            <a:chOff x="12750" y="2695950"/>
            <a:chExt cx="1460400" cy="1466100"/>
          </a:xfrm>
        </p:grpSpPr>
        <p:sp>
          <p:nvSpPr>
            <p:cNvPr id="148" name="Google Shape;148;g3969d9e60a4_0_0"/>
            <p:cNvSpPr/>
            <p:nvPr/>
          </p:nvSpPr>
          <p:spPr>
            <a:xfrm>
              <a:off x="12750" y="2695950"/>
              <a:ext cx="1460400" cy="1466100"/>
            </a:xfrm>
            <a:prstGeom prst="rect">
              <a:avLst/>
            </a:prstGeom>
            <a:solidFill>
              <a:srgbClr val="6D9EEB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g3969d9e60a4_0_0"/>
            <p:cNvSpPr txBox="1"/>
            <p:nvPr/>
          </p:nvSpPr>
          <p:spPr>
            <a:xfrm>
              <a:off x="81600" y="2772000"/>
              <a:ext cx="1322700" cy="131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CL" sz="8600">
                  <a:solidFill>
                    <a:schemeClr val="lt1"/>
                  </a:solidFill>
                </a:rPr>
                <a:t>4</a:t>
              </a:r>
              <a:endParaRPr b="1" sz="8600"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"/>
          <p:cNvSpPr txBox="1"/>
          <p:nvPr>
            <p:ph idx="1" type="body"/>
          </p:nvPr>
        </p:nvSpPr>
        <p:spPr>
          <a:xfrm>
            <a:off x="654685" y="551041"/>
            <a:ext cx="4916775" cy="469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lang="es-CL" sz="2800"/>
              <a:t>Carta gantt.</a:t>
            </a:r>
            <a:endParaRPr/>
          </a:p>
        </p:txBody>
      </p:sp>
      <p:sp>
        <p:nvSpPr>
          <p:cNvPr id="155" name="Google Shape;155;p10"/>
          <p:cNvSpPr txBox="1"/>
          <p:nvPr>
            <p:ph idx="2" type="body"/>
          </p:nvPr>
        </p:nvSpPr>
        <p:spPr>
          <a:xfrm>
            <a:off x="654675" y="1469550"/>
            <a:ext cx="3479700" cy="44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3"/>
              <a:buNone/>
            </a:pPr>
            <a:r>
              <a:rPr lang="es-CL" sz="2089"/>
              <a:t>La gestión de los tiempos:</a:t>
            </a:r>
            <a:endParaRPr sz="2089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3"/>
              <a:buNone/>
            </a:pPr>
            <a:r>
              <a:t/>
            </a:r>
            <a:endParaRPr sz="2089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3"/>
              <a:buNone/>
            </a:pPr>
            <a:r>
              <a:rPr lang="es-CL" sz="1889"/>
              <a:t>El grueso del tiempo es dedicado a 10 semanas distribuidas en 5 sprints, esto nos permite trabajar entre 5 a 15 problemas puntuales dependiendo si desarrollamos en conjunto o individualmente.</a:t>
            </a:r>
            <a:endParaRPr sz="1889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3"/>
              <a:buNone/>
            </a:pPr>
            <a:r>
              <a:rPr lang="es-CL" sz="1889"/>
              <a:t>Además quedan 2 semanas extras para pruebas y correcciones extras.</a:t>
            </a:r>
            <a:endParaRPr sz="1889"/>
          </a:p>
          <a:p>
            <a:pPr indent="-139694" lvl="0" marL="228594" rtl="0" algn="l">
              <a:lnSpc>
                <a:spcPct val="7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85"/>
              <a:buNone/>
            </a:pPr>
            <a:r>
              <a:t/>
            </a:r>
            <a:endParaRPr sz="1085"/>
          </a:p>
        </p:txBody>
      </p:sp>
      <p:pic>
        <p:nvPicPr>
          <p:cNvPr id="156" name="Google Shape;15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8725" y="1020725"/>
            <a:ext cx="6276971" cy="5062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"/>
          <p:cNvSpPr txBox="1"/>
          <p:nvPr>
            <p:ph type="title"/>
          </p:nvPr>
        </p:nvSpPr>
        <p:spPr>
          <a:xfrm>
            <a:off x="8458521" y="2752716"/>
            <a:ext cx="2805775" cy="16273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lang="es-CL" sz="2800"/>
              <a:t>Descripción técnica de la solución</a:t>
            </a:r>
            <a:endParaRPr i="1"/>
          </a:p>
        </p:txBody>
      </p:sp>
      <p:grpSp>
        <p:nvGrpSpPr>
          <p:cNvPr id="162" name="Google Shape;162;p9"/>
          <p:cNvGrpSpPr/>
          <p:nvPr/>
        </p:nvGrpSpPr>
        <p:grpSpPr>
          <a:xfrm>
            <a:off x="12750" y="2695950"/>
            <a:ext cx="1460400" cy="1466100"/>
            <a:chOff x="12750" y="2695950"/>
            <a:chExt cx="1460400" cy="1466100"/>
          </a:xfrm>
        </p:grpSpPr>
        <p:sp>
          <p:nvSpPr>
            <p:cNvPr id="163" name="Google Shape;163;p9"/>
            <p:cNvSpPr/>
            <p:nvPr/>
          </p:nvSpPr>
          <p:spPr>
            <a:xfrm>
              <a:off x="12750" y="2695950"/>
              <a:ext cx="1460400" cy="1466100"/>
            </a:xfrm>
            <a:prstGeom prst="rect">
              <a:avLst/>
            </a:prstGeom>
            <a:solidFill>
              <a:srgbClr val="6D9EEB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9"/>
            <p:cNvSpPr txBox="1"/>
            <p:nvPr/>
          </p:nvSpPr>
          <p:spPr>
            <a:xfrm>
              <a:off x="81600" y="2772000"/>
              <a:ext cx="1322700" cy="131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CL" sz="8600">
                  <a:solidFill>
                    <a:schemeClr val="lt1"/>
                  </a:solidFill>
                </a:rPr>
                <a:t>5</a:t>
              </a:r>
              <a:endParaRPr b="1" sz="8600"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969d9e60a4_0_4"/>
          <p:cNvSpPr txBox="1"/>
          <p:nvPr>
            <p:ph idx="1" type="body"/>
          </p:nvPr>
        </p:nvSpPr>
        <p:spPr>
          <a:xfrm>
            <a:off x="654685" y="551041"/>
            <a:ext cx="4916700" cy="4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lang="es-CL" sz="2800"/>
              <a:t>Descripción técnica de la solución</a:t>
            </a:r>
            <a:endParaRPr/>
          </a:p>
        </p:txBody>
      </p:sp>
      <p:sp>
        <p:nvSpPr>
          <p:cNvPr id="170" name="Google Shape;170;g3969d9e60a4_0_4"/>
          <p:cNvSpPr txBox="1"/>
          <p:nvPr>
            <p:ph idx="2" type="body"/>
          </p:nvPr>
        </p:nvSpPr>
        <p:spPr>
          <a:xfrm>
            <a:off x="796750" y="1581500"/>
            <a:ext cx="7332300" cy="434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53659"/>
              <a:buFont typeface="Arial"/>
              <a:buNone/>
            </a:pPr>
            <a:r>
              <a:rPr b="1" lang="es-CL" sz="2050"/>
              <a:t>Arquitectura e infraestructura</a:t>
            </a:r>
            <a:endParaRPr b="1" sz="2050"/>
          </a:p>
          <a:p>
            <a:pPr indent="-349012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b="1" lang="es-CL" sz="2050"/>
              <a:t>Arquitectura:</a:t>
            </a:r>
            <a:r>
              <a:rPr lang="es-CL" sz="2050"/>
              <a:t> Microservicios</a:t>
            </a:r>
            <a:endParaRPr sz="2050"/>
          </a:p>
          <a:p>
            <a:pPr indent="-349012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es-CL" sz="2050"/>
              <a:t>Infraestructura:</a:t>
            </a:r>
            <a:r>
              <a:rPr lang="es-CL" sz="2050"/>
              <a:t> Firebase Storage (autenticación y tokens), Oracle DB, Docker</a:t>
            </a:r>
            <a:endParaRPr sz="205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53659"/>
              <a:buFont typeface="Arial"/>
              <a:buNone/>
            </a:pPr>
            <a:r>
              <a:rPr b="1" lang="es-CL" sz="2050"/>
              <a:t>Lenguajes y frameworks</a:t>
            </a:r>
            <a:endParaRPr b="1" sz="2050"/>
          </a:p>
          <a:p>
            <a:pPr indent="-349012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b="1" lang="es-CL" sz="2050"/>
              <a:t>Backend:</a:t>
            </a:r>
            <a:r>
              <a:rPr lang="es-CL" sz="2050"/>
              <a:t> Java + Spring Boot, Python + Pandas, JWT, JPA</a:t>
            </a:r>
            <a:endParaRPr sz="2050"/>
          </a:p>
          <a:p>
            <a:pPr indent="-349012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es-CL" sz="2050"/>
              <a:t>Frontend:</a:t>
            </a:r>
            <a:r>
              <a:rPr lang="es-CL" sz="2050"/>
              <a:t> JavaScript + React + Bootstrap, Axios, HTML/CSS</a:t>
            </a:r>
            <a:endParaRPr sz="2050"/>
          </a:p>
          <a:p>
            <a:pPr indent="-349012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es-CL" sz="2050"/>
              <a:t>Testing:</a:t>
            </a:r>
            <a:r>
              <a:rPr lang="es-CL" sz="2050"/>
              <a:t> JUnit, Mockito, Vitest</a:t>
            </a:r>
            <a:endParaRPr sz="2050"/>
          </a:p>
          <a:p>
            <a:pPr indent="-349012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es-CL" sz="2050"/>
              <a:t>Integraciones:</a:t>
            </a:r>
            <a:r>
              <a:rPr lang="es-CL" sz="2050"/>
              <a:t> WhatsApp Business API, apps de delivery, Openpyxl</a:t>
            </a:r>
            <a:endParaRPr sz="2050"/>
          </a:p>
          <a:p>
            <a:pPr indent="-349012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es-CL" sz="2050"/>
              <a:t>Repositorio:</a:t>
            </a:r>
            <a:r>
              <a:rPr lang="es-CL" sz="2050"/>
              <a:t> GitHub</a:t>
            </a:r>
            <a:endParaRPr sz="2050"/>
          </a:p>
          <a:p>
            <a:pPr indent="-139694" lvl="0" marL="228594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d3177356f0_0_1"/>
          <p:cNvSpPr txBox="1"/>
          <p:nvPr>
            <p:ph type="title"/>
          </p:nvPr>
        </p:nvSpPr>
        <p:spPr>
          <a:xfrm>
            <a:off x="8458521" y="2752716"/>
            <a:ext cx="2805900" cy="162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lang="es-CL" sz="2800"/>
              <a:t>Documentación</a:t>
            </a:r>
            <a:endParaRPr i="1"/>
          </a:p>
        </p:txBody>
      </p:sp>
      <p:grpSp>
        <p:nvGrpSpPr>
          <p:cNvPr id="176" name="Google Shape;176;g3d3177356f0_0_1"/>
          <p:cNvGrpSpPr/>
          <p:nvPr/>
        </p:nvGrpSpPr>
        <p:grpSpPr>
          <a:xfrm>
            <a:off x="12750" y="2695950"/>
            <a:ext cx="1460400" cy="1466100"/>
            <a:chOff x="12750" y="2695950"/>
            <a:chExt cx="1460400" cy="1466100"/>
          </a:xfrm>
        </p:grpSpPr>
        <p:sp>
          <p:nvSpPr>
            <p:cNvPr id="177" name="Google Shape;177;g3d3177356f0_0_1"/>
            <p:cNvSpPr/>
            <p:nvPr/>
          </p:nvSpPr>
          <p:spPr>
            <a:xfrm>
              <a:off x="12750" y="2695950"/>
              <a:ext cx="1460400" cy="1466100"/>
            </a:xfrm>
            <a:prstGeom prst="rect">
              <a:avLst/>
            </a:prstGeom>
            <a:solidFill>
              <a:srgbClr val="6D9EEB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g3d3177356f0_0_1"/>
            <p:cNvSpPr txBox="1"/>
            <p:nvPr/>
          </p:nvSpPr>
          <p:spPr>
            <a:xfrm>
              <a:off x="81600" y="2772000"/>
              <a:ext cx="1322700" cy="131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CL" sz="8600">
                  <a:solidFill>
                    <a:schemeClr val="lt1"/>
                  </a:solidFill>
                </a:rPr>
                <a:t>6</a:t>
              </a:r>
              <a:endParaRPr b="1" sz="8600"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3177356f0_0_9"/>
          <p:cNvSpPr txBox="1"/>
          <p:nvPr>
            <p:ph idx="1" type="body"/>
          </p:nvPr>
        </p:nvSpPr>
        <p:spPr>
          <a:xfrm>
            <a:off x="654685" y="551041"/>
            <a:ext cx="4916700" cy="4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lang="es-CL" sz="2800"/>
              <a:t>Documentación</a:t>
            </a:r>
            <a:endParaRPr/>
          </a:p>
        </p:txBody>
      </p:sp>
      <p:sp>
        <p:nvSpPr>
          <p:cNvPr id="184" name="Google Shape;184;g3d3177356f0_0_9"/>
          <p:cNvSpPr txBox="1"/>
          <p:nvPr>
            <p:ph idx="2" type="body"/>
          </p:nvPr>
        </p:nvSpPr>
        <p:spPr>
          <a:xfrm>
            <a:off x="814450" y="1359726"/>
            <a:ext cx="77235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900"/>
              <a:t>Evidencias del proyecto</a:t>
            </a:r>
            <a:endParaRPr b="1" sz="1900"/>
          </a:p>
          <a:p>
            <a:pPr indent="-3492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s-CL" sz="1900"/>
              <a:t>Documento de registro de definición e identificación del proyecto</a:t>
            </a:r>
            <a:endParaRPr sz="1900"/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s-CL" sz="1900"/>
              <a:t>Modelo entidad-relación (MER) de base de datos Oracle</a:t>
            </a:r>
            <a:endParaRPr sz="1900"/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s-CL" sz="1900"/>
              <a:t>Casos de uso y requerimientos funcionales</a:t>
            </a:r>
            <a:endParaRPr sz="1900"/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s-CL" sz="1900"/>
              <a:t>Repositorio GitHub del equipo de desarrollo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900"/>
              <a:t>Herramientas de gestión</a:t>
            </a:r>
            <a:endParaRPr b="1" sz="1900"/>
          </a:p>
          <a:p>
            <a:pPr indent="-3492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b="1" lang="es-CL" sz="1900"/>
              <a:t>Planificación:</a:t>
            </a:r>
            <a:r>
              <a:rPr lang="es-CL" sz="1900"/>
              <a:t> ClickUp (carta Gantt) + Google Drive</a:t>
            </a:r>
            <a:endParaRPr sz="1900"/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b="1" lang="es-CL" sz="1900"/>
              <a:t>Desarrollo:</a:t>
            </a:r>
            <a:r>
              <a:rPr lang="es-CL" sz="1900"/>
              <a:t> Visual Studio Code + GitHub</a:t>
            </a:r>
            <a:endParaRPr sz="1900"/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b="1" lang="es-CL" sz="1900"/>
              <a:t>Diseño:</a:t>
            </a:r>
            <a:r>
              <a:rPr lang="es-CL" sz="1900"/>
              <a:t> Software de diagramas para arquitectura y flujos</a:t>
            </a:r>
            <a:endParaRPr sz="1900"/>
          </a:p>
          <a:p>
            <a:pPr indent="-139694" lvl="0" marL="228594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969d9e60a4_0_10"/>
          <p:cNvSpPr txBox="1"/>
          <p:nvPr>
            <p:ph type="title"/>
          </p:nvPr>
        </p:nvSpPr>
        <p:spPr>
          <a:xfrm>
            <a:off x="8458521" y="2752716"/>
            <a:ext cx="2805900" cy="162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228594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lang="es-CL" sz="2800"/>
              <a:t>Conclusión y </a:t>
            </a:r>
            <a:r>
              <a:rPr b="0" lang="es-CL" sz="2800"/>
              <a:t>reflexiones</a:t>
            </a:r>
            <a:endParaRPr/>
          </a:p>
        </p:txBody>
      </p:sp>
      <p:grpSp>
        <p:nvGrpSpPr>
          <p:cNvPr id="190" name="Google Shape;190;g3969d9e60a4_0_10"/>
          <p:cNvGrpSpPr/>
          <p:nvPr/>
        </p:nvGrpSpPr>
        <p:grpSpPr>
          <a:xfrm>
            <a:off x="12750" y="2695950"/>
            <a:ext cx="1460400" cy="1466100"/>
            <a:chOff x="12750" y="2695950"/>
            <a:chExt cx="1460400" cy="1466100"/>
          </a:xfrm>
        </p:grpSpPr>
        <p:sp>
          <p:nvSpPr>
            <p:cNvPr id="191" name="Google Shape;191;g3969d9e60a4_0_10"/>
            <p:cNvSpPr/>
            <p:nvPr/>
          </p:nvSpPr>
          <p:spPr>
            <a:xfrm>
              <a:off x="12750" y="2695950"/>
              <a:ext cx="1460400" cy="1466100"/>
            </a:xfrm>
            <a:prstGeom prst="rect">
              <a:avLst/>
            </a:prstGeom>
            <a:solidFill>
              <a:srgbClr val="6D9EEB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g3969d9e60a4_0_10"/>
            <p:cNvSpPr txBox="1"/>
            <p:nvPr/>
          </p:nvSpPr>
          <p:spPr>
            <a:xfrm>
              <a:off x="81600" y="2772000"/>
              <a:ext cx="1322700" cy="131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CL" sz="8600">
                  <a:solidFill>
                    <a:schemeClr val="lt1"/>
                  </a:solidFill>
                </a:rPr>
                <a:t>7</a:t>
              </a:r>
              <a:endParaRPr b="1" sz="8600"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969d9e60a4_0_14"/>
          <p:cNvSpPr txBox="1"/>
          <p:nvPr>
            <p:ph idx="1" type="body"/>
          </p:nvPr>
        </p:nvSpPr>
        <p:spPr>
          <a:xfrm>
            <a:off x="654685" y="551041"/>
            <a:ext cx="4916700" cy="4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lang="es-CL" sz="2800"/>
              <a:t>Conclusión y </a:t>
            </a:r>
            <a:r>
              <a:rPr b="0" lang="es-CL" sz="2800"/>
              <a:t>reflexiones</a:t>
            </a:r>
            <a:endParaRPr/>
          </a:p>
        </p:txBody>
      </p:sp>
      <p:sp>
        <p:nvSpPr>
          <p:cNvPr id="198" name="Google Shape;198;g3969d9e60a4_0_14"/>
          <p:cNvSpPr txBox="1"/>
          <p:nvPr>
            <p:ph idx="2" type="body"/>
          </p:nvPr>
        </p:nvSpPr>
        <p:spPr>
          <a:xfrm>
            <a:off x="814450" y="1359726"/>
            <a:ext cx="7723500" cy="44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900"/>
              <a:t>Conclusión</a:t>
            </a:r>
            <a:endParaRPr b="1"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1900"/>
              <a:t>En resumen, el software a diseñar es la solución completa para una Pyme de comida rápida, la idea es que pueda hacer todo en un solo lugar y deje de depender de canales ajenos que cobran comisión.</a:t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900"/>
              <a:t>Reflección</a:t>
            </a:r>
            <a:endParaRPr b="1" sz="19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1900"/>
              <a:t>Para las etapas que nos quedan adelante vamos a tener que trabajar junto con la empresa para que la solución calce como un guante, cosa que efectivamente resuelva sus problemas y signifique una mejora y una ventaja para la empresa.</a:t>
            </a:r>
            <a:endParaRPr sz="1900"/>
          </a:p>
          <a:p>
            <a:pPr indent="-139694" lvl="0" marL="228594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2024-03-07T18:55:37Z</dcterms:created>
  <dc:creator>Daniela Osorio C.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0x010100AF28BDBD65D93F4BA99B6439AFEA320E</vt:lpwstr>
  </property>
</Properties>
</file>